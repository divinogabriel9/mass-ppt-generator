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PUT YOUR CELLPHONE ON SILENT MODE DURING THE MASS.</a:t>
            </a:r>
          </a:p>
          <a:p>
            <a:pPr>
              <a:spcAft>
                <a:spcPts val="500"/>
              </a:spcAft>
              <a:defRPr sz="1500" b="0" i="1">
                <a:solidFill>
                  <a:srgbClr val="DCAA5A"/>
                </a:solidFill>
                <a:latin typeface="Calibri"/>
              </a:defRPr>
            </a:pPr>
            <a:r>
              <a:t>Thank you.</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960120"/>
            <a:ext cx="16916400" cy="1051560"/>
          </a:xfrm>
          <a:prstGeom prst="rect">
            <a:avLst/>
          </a:prstGeom>
          <a:noFill/>
        </p:spPr>
        <p:txBody>
          <a:bodyPr wrap="square" lIns="109728" rIns="109728" tIns="73152" bIns="73152">
            <a:noAutofit/>
          </a:bodyPr>
          <a:lstStyle/>
          <a:p>
            <a:pPr>
              <a:defRPr sz="3800" b="1" i="0">
                <a:solidFill>
                  <a:srgbClr val="DCAA5A"/>
                </a:solidFill>
                <a:latin typeface="Calibri"/>
              </a:defRPr>
            </a:pPr>
            <a:r>
              <a:t>Eastertide Celebration</a:t>
            </a:r>
          </a:p>
        </p:txBody>
      </p:sp>
      <p:sp>
        <p:nvSpPr>
          <p:cNvPr id="3" name="TextBox 2"/>
          <p:cNvSpPr txBox="1"/>
          <p:nvPr/>
        </p:nvSpPr>
        <p:spPr>
          <a:xfrm>
            <a:off x="685800" y="2103120"/>
            <a:ext cx="16916400" cy="2011680"/>
          </a:xfrm>
          <a:prstGeom prst="rect">
            <a:avLst/>
          </a:prstGeom>
          <a:noFill/>
        </p:spPr>
        <p:txBody>
          <a:bodyPr wrap="square" lIns="109728" rIns="109728" tIns="73152" bIns="73152">
            <a:noAutofit/>
          </a:bodyPr>
          <a:lstStyle/>
          <a:p>
            <a:pPr>
              <a:spcAft>
                <a:spcPts val="200"/>
              </a:spcAft>
              <a:defRPr sz="2100" b="1" i="0">
                <a:solidFill>
                  <a:srgbClr val="F5F5F5"/>
                </a:solidFill>
                <a:latin typeface="Calibri"/>
              </a:defRPr>
            </a:pPr>
            <a:r>
              <a:t>MASS CELEBRANT: Rev. Fr. Jonrey Lauron, RCJ</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GWANGJU</a:t>
            </a:r>
            <a:br/>
            <a:r>
              <a:t>FILIPINO</a:t>
            </a:r>
            <a:br/>
            <a:r>
              <a:t>CATHOLIC</a:t>
            </a:r>
            <a:br/>
            <a:r>
              <a:t>COMMUNITY</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Gospel (John 14:15-21)</a:t>
            </a:r>
          </a:p>
          <a:p>
            <a:pPr>
              <a:spcAft>
                <a:spcPts val="200"/>
              </a:spcAft>
              <a:defRPr sz="2100" b="0" i="0">
                <a:solidFill>
                  <a:srgbClr val="F5F5F5"/>
                </a:solidFill>
                <a:latin typeface="Calibri"/>
              </a:defRPr>
            </a:pPr>
            <a:r>
              <a:t>“If you love me, you will keep my commandments.”</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YEAR A</a:t>
            </a:r>
          </a:p>
          <a:p>
            <a:pPr>
              <a:spcAft>
                <a:spcPts val="200"/>
              </a:spcAft>
              <a:defRPr sz="2100" b="0" i="0">
                <a:solidFill>
                  <a:srgbClr val="F5F5F5"/>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SING TO THE MOUNTAINS, SING TO THE SEA</a:t>
            </a:r>
          </a:p>
          <a:p>
            <a:pPr>
              <a:spcAft>
                <a:spcPts val="500"/>
              </a:spcAft>
              <a:defRPr sz="1900" b="0" i="0">
                <a:solidFill>
                  <a:srgbClr val="F5F5F5"/>
                </a:solidFill>
                <a:latin typeface="Calibri"/>
              </a:defRPr>
            </a:pPr>
            <a:r>
              <a:t>RAISE YOUR VOICES, LIFT YOUR HEARTS</a:t>
            </a:r>
          </a:p>
          <a:p>
            <a:pPr>
              <a:spcAft>
                <a:spcPts val="500"/>
              </a:spcAft>
              <a:defRPr sz="1900" b="0" i="0">
                <a:solidFill>
                  <a:srgbClr val="F5F5F5"/>
                </a:solidFill>
                <a:latin typeface="Calibri"/>
              </a:defRPr>
            </a:pPr>
            <a:r>
              <a:t>THIS IS THE DAY THE LORD HAS MADE</a:t>
            </a:r>
          </a:p>
          <a:p>
            <a:pPr>
              <a:spcAft>
                <a:spcPts val="500"/>
              </a:spcAft>
              <a:defRPr sz="1900" b="0" i="0">
                <a:solidFill>
                  <a:srgbClr val="F5F5F5"/>
                </a:solidFill>
                <a:latin typeface="Calibri"/>
              </a:defRPr>
            </a:pPr>
            <a:r>
              <a:t>LET ALL THE EARTH REJOICE</a:t>
            </a:r>
          </a:p>
          <a:p>
            <a:pPr>
              <a:spcAft>
                <a:spcPts val="500"/>
              </a:spcAft>
              <a:defRPr sz="1500" b="0" i="1">
                <a:solidFill>
                  <a:srgbClr val="DCAA5A"/>
                </a:solidFill>
                <a:latin typeface="Calibri"/>
              </a:defRPr>
            </a:pPr>
            <a:r>
              <a:t>Entrance hymn — replace with your chosen song and verses.</a:t>
            </a:r>
          </a:p>
          <a:p>
            <a:pPr>
              <a:spcAft>
                <a:spcPts val="500"/>
              </a:spcAft>
              <a:defRPr sz="1900" b="1" i="0">
                <a:solidFill>
                  <a:srgbClr val="F5F5F5"/>
                </a:solidFill>
                <a:latin typeface="Calibri"/>
              </a:defRPr>
            </a:pPr>
            <a:r>
              <a:t>I WILL GIVE THANKS TO YOU, MY LORD</a:t>
            </a:r>
          </a:p>
          <a:p>
            <a:pPr>
              <a:spcAft>
                <a:spcPts val="500"/>
              </a:spcAft>
              <a:defRPr sz="1900" b="0" i="0">
                <a:solidFill>
                  <a:srgbClr val="F5F5F5"/>
                </a:solidFill>
                <a:latin typeface="Calibri"/>
              </a:defRPr>
            </a:pPr>
            <a:r>
              <a:t>YOU HAVE ANSWERED MY PLEA</a:t>
            </a:r>
          </a:p>
          <a:p>
            <a:pPr>
              <a:spcAft>
                <a:spcPts val="500"/>
              </a:spcAft>
              <a:defRPr sz="1900" b="0" i="0">
                <a:solidFill>
                  <a:srgbClr val="F5F5F5"/>
                </a:solidFill>
                <a:latin typeface="Calibri"/>
              </a:defRPr>
            </a:pPr>
            <a:r>
              <a:t>YOU HAVE SAVED MY SOUL FROM DEATH</a:t>
            </a:r>
          </a:p>
          <a:p>
            <a:pPr>
              <a:spcAft>
                <a:spcPts val="500"/>
              </a:spcAft>
              <a:defRPr sz="1900" b="0" i="0">
                <a:solidFill>
                  <a:srgbClr val="F5F5F5"/>
                </a:solidFill>
                <a:latin typeface="Calibri"/>
              </a:defRPr>
            </a:pPr>
            <a:r>
              <a:t>YOU ARE MY STRENGTH AND MY SONG</a:t>
            </a:r>
          </a:p>
          <a:p>
            <a:pPr>
              <a:spcAft>
                <a:spcPts val="500"/>
              </a:spcAft>
              <a:defRPr sz="1500" b="0" i="1">
                <a:solidFill>
                  <a:srgbClr val="DCAA5A"/>
                </a:solidFill>
                <a:latin typeface="Calibri"/>
              </a:defRPr>
            </a:pPr>
            <a:r>
              <a:t>(Continue verses as needed.)</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960120"/>
            <a:ext cx="16916400" cy="1051560"/>
          </a:xfrm>
          <a:prstGeom prst="rect">
            <a:avLst/>
          </a:prstGeom>
          <a:noFill/>
        </p:spPr>
        <p:txBody>
          <a:bodyPr wrap="square" lIns="109728" rIns="109728" tIns="73152" bIns="73152">
            <a:noAutofit/>
          </a:bodyPr>
          <a:lstStyle/>
          <a:p>
            <a:pPr>
              <a:defRPr sz="3800" b="1" i="0">
                <a:solidFill>
                  <a:srgbClr val="DCAA5A"/>
                </a:solidFill>
                <a:latin typeface="Calibri"/>
              </a:defRPr>
            </a:pPr>
            <a:r>
              <a:t>Eastertide Celebration</a:t>
            </a:r>
          </a:p>
        </p:txBody>
      </p:sp>
      <p:sp>
        <p:nvSpPr>
          <p:cNvPr id="3" name="TextBox 2"/>
          <p:cNvSpPr txBox="1"/>
          <p:nvPr/>
        </p:nvSpPr>
        <p:spPr>
          <a:xfrm>
            <a:off x="685800" y="2103120"/>
            <a:ext cx="16916400" cy="2011680"/>
          </a:xfrm>
          <a:prstGeom prst="rect">
            <a:avLst/>
          </a:prstGeom>
          <a:noFill/>
        </p:spPr>
        <p:txBody>
          <a:bodyPr wrap="square" lIns="109728" rIns="109728" tIns="73152" bIns="73152">
            <a:noAutofit/>
          </a:bodyPr>
          <a:lstStyle/>
          <a:p>
            <a:pPr>
              <a:spcAft>
                <a:spcPts val="200"/>
              </a:spcAft>
              <a:defRPr sz="2100" b="1" i="0">
                <a:solidFill>
                  <a:srgbClr val="F5F5F5"/>
                </a:solidFill>
                <a:latin typeface="Calibri"/>
              </a:defRPr>
            </a:pPr>
            <a:r>
              <a:t>MASS CELEBRANT: Rev. Fr. Jonrey Lauron, RCJ</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GWANGJU</a:t>
            </a:r>
            <a:br/>
            <a:r>
              <a:t>FILIPINO</a:t>
            </a:r>
            <a:br/>
            <a:r>
              <a:t>CATHOLIC</a:t>
            </a:r>
            <a:br/>
            <a:r>
              <a:t>COMMUNITY</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Gospel (John 14:15-21)</a:t>
            </a:r>
          </a:p>
          <a:p>
            <a:pPr>
              <a:spcAft>
                <a:spcPts val="200"/>
              </a:spcAft>
              <a:defRPr sz="2100" b="0" i="0">
                <a:solidFill>
                  <a:srgbClr val="F5F5F5"/>
                </a:solidFill>
                <a:latin typeface="Calibri"/>
              </a:defRPr>
            </a:pPr>
            <a:r>
              <a:t>“If you love me, you will keep my commandments.”</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YEAR A</a:t>
            </a:r>
          </a:p>
          <a:p>
            <a:pPr>
              <a:spcAft>
                <a:spcPts val="200"/>
              </a:spcAft>
              <a:defRPr sz="2100" b="0" i="0">
                <a:solidFill>
                  <a:srgbClr val="F5F5F5"/>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In the Name of the Father, and of the Son, and of the Holy Spirit.</a:t>
            </a:r>
          </a:p>
          <a:p>
            <a:pPr>
              <a:spcAft>
                <a:spcPts val="500"/>
              </a:spcAft>
              <a:defRPr sz="2000" b="1" i="0">
                <a:solidFill>
                  <a:srgbClr val="F5F5F5"/>
                </a:solidFill>
                <a:latin typeface="Calibri"/>
              </a:defRPr>
            </a:pPr>
            <a:r>
              <a:t>Amen.</a:t>
            </a:r>
          </a:p>
          <a:p>
            <a:pPr>
              <a:spcAft>
                <a:spcPts val="500"/>
              </a:spcAft>
              <a:defRPr sz="2000" b="1" i="0">
                <a:solidFill>
                  <a:srgbClr val="DCAA5A"/>
                </a:solidFill>
                <a:latin typeface="Calibri"/>
              </a:defRPr>
            </a:pPr>
            <a:r>
              <a:t>The Lord be with you.</a:t>
            </a:r>
          </a:p>
          <a:p>
            <a:pPr>
              <a:spcAft>
                <a:spcPts val="500"/>
              </a:spcAft>
              <a:defRPr sz="2000" b="1" i="0">
                <a:solidFill>
                  <a:srgbClr val="F5F5F5"/>
                </a:solidFill>
                <a:latin typeface="Calibri"/>
              </a:defRPr>
            </a:pPr>
            <a:r>
              <a:t>And with your spirit.</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Introductory Rites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Brothers and sisters, let us acknowledge our sins, and so prepare ourselves to celebrate the sacred mysteries.</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Penitential 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F5F5F5"/>
                </a:solidFill>
                <a:latin typeface="Calibri"/>
              </a:defRPr>
            </a:pPr>
            <a:r>
              <a:t>I confess to almighty God and to you, my brothers and sisters, that I have greatly sinned in my thoughts and in my words, in what I have done and in what I have failed to do; therefore I ask blessed Mary ever-Virgin, all the Angels and Saints, and you, my brothers and sisters, to pray for me to the Lord our God.</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Penitential 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May almighty God have mercy on us, forgive us our sins, and bring us to everlasting life.</a:t>
            </a:r>
          </a:p>
          <a:p>
            <a:pPr>
              <a:spcAft>
                <a:spcPts val="500"/>
              </a:spcAft>
              <a:defRPr sz="2000" b="1" i="0">
                <a:solidFill>
                  <a:srgbClr val="F5F5F5"/>
                </a:solidFill>
                <a:latin typeface="Calibri"/>
              </a:defRPr>
            </a:pPr>
            <a:r>
              <a:t>Amen.</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Penitential 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F5F5F5"/>
                </a:solidFill>
                <a:latin typeface="Calibri"/>
              </a:defRPr>
            </a:pPr>
            <a:r>
              <a:t>Lord, have mercy. Christ, have mercy. Lord, have mercy.</a:t>
            </a:r>
          </a:p>
          <a:p>
            <a:pPr>
              <a:spcAft>
                <a:spcPts val="500"/>
              </a:spcAft>
              <a:defRPr sz="1500" b="0" i="1">
                <a:solidFill>
                  <a:srgbClr val="DCAA5A"/>
                </a:solidFill>
                <a:latin typeface="Calibri"/>
              </a:defRPr>
            </a:pPr>
            <a:r>
              <a:t>Kyrie Eleison — sing or recite as customary.</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Kyrie Eleison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We praise you, we bless you, we adore you, we glorify you, we give you thanks for your great glory, Lord God, heavenly King, O God, almighty Father.</a:t>
            </a:r>
          </a:p>
          <a:p>
            <a:pPr>
              <a:spcAft>
                <a:spcPts val="500"/>
              </a:spcAft>
              <a:defRPr sz="1900" b="1" i="0">
                <a:solidFill>
                  <a:srgbClr val="F5F5F5"/>
                </a:solidFill>
                <a:latin typeface="Calibri"/>
              </a:defRPr>
            </a:pPr>
            <a:r>
              <a:t>Lord Jesus Christ, Only Begotten Son, Lord God, Lamb of God, Son of the Father, you take away the sins of the world, have mercy on us; you take away the sins of the world, receive our prayer; you are seated at the right hand of the Father, have mercy on us.</a:t>
            </a:r>
          </a:p>
          <a:p>
            <a:pPr>
              <a:spcAft>
                <a:spcPts val="500"/>
              </a:spcAft>
              <a:defRPr sz="1900" b="1" i="0">
                <a:solidFill>
                  <a:srgbClr val="F5F5F5"/>
                </a:solidFill>
                <a:latin typeface="Calibri"/>
              </a:defRPr>
            </a:pPr>
            <a:r>
              <a:t>For you alone are the Holy One, you alone are the Lord, you alone are the Most High, Jesus Christ, with the Holy Spirit, in the glory of God the Father. Amen.</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Let us pray.</a:t>
            </a:r>
          </a:p>
          <a:p>
            <a:pPr>
              <a:spcAft>
                <a:spcPts val="500"/>
              </a:spcAft>
              <a:defRPr sz="2000" b="1" i="0">
                <a:solidFill>
                  <a:srgbClr val="F5F5F5"/>
                </a:solidFill>
                <a:latin typeface="Calibri"/>
              </a:defRPr>
            </a:pPr>
            <a:r>
              <a:t>Amen.</a:t>
            </a:r>
          </a:p>
          <a:p>
            <a:pPr>
              <a:spcAft>
                <a:spcPts val="500"/>
              </a:spcAft>
              <a:defRPr sz="1500" b="0" i="1">
                <a:solidFill>
                  <a:srgbClr val="DCAA5A"/>
                </a:solidFill>
                <a:latin typeface="Calibri"/>
              </a:defRPr>
            </a:pPr>
            <a:r>
              <a:t>— Replace with the Collect of the day from the Missal / lectionary.</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1554480"/>
            <a:ext cx="16916400" cy="36576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WORD</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1051560"/>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First Reading (Acts 8:5-8, 14-17)</a:t>
            </a:r>
          </a:p>
        </p:txBody>
      </p:sp>
      <p:sp>
        <p:nvSpPr>
          <p:cNvPr id="3" name="TextBox 2"/>
          <p:cNvSpPr txBox="1"/>
          <p:nvPr/>
        </p:nvSpPr>
        <p:spPr>
          <a:xfrm>
            <a:off x="685800" y="1563624"/>
            <a:ext cx="16916400" cy="438912"/>
          </a:xfrm>
          <a:prstGeom prst="rect">
            <a:avLst/>
          </a:prstGeom>
          <a:noFill/>
        </p:spPr>
        <p:txBody>
          <a:bodyPr wrap="square" lIns="109728" rIns="109728" tIns="73152" bIns="73152">
            <a:noAutofit/>
          </a:bodyPr>
          <a:lstStyle/>
          <a:p>
            <a:pPr>
              <a:defRPr sz="1400" b="0" i="0">
                <a:solidFill>
                  <a:srgbClr val="9B9BA5"/>
                </a:solidFill>
                <a:latin typeface="Calibri"/>
              </a:defRPr>
            </a:pPr>
          </a:p>
        </p:txBody>
      </p:sp>
      <p:sp>
        <p:nvSpPr>
          <p:cNvPr id="4" name="TextBox 3"/>
          <p:cNvSpPr txBox="1"/>
          <p:nvPr/>
        </p:nvSpPr>
        <p:spPr>
          <a:xfrm>
            <a:off x="685800" y="2112264"/>
            <a:ext cx="16916400" cy="7260336"/>
          </a:xfrm>
          <a:prstGeom prst="rect">
            <a:avLst/>
          </a:prstGeom>
          <a:noFill/>
        </p:spPr>
        <p:txBody>
          <a:bodyPr wrap="square" lIns="109728" rIns="109728" tIns="73152" bIns="73152">
            <a:noAutofit/>
          </a:bodyPr>
          <a:lstStyle/>
          <a:p>
            <a:pPr>
              <a:spcAft>
                <a:spcPts val="400"/>
              </a:spcAft>
              <a:defRPr sz="1900" b="0" i="0">
                <a:solidFill>
                  <a:srgbClr val="F5F5F5"/>
                </a:solidFill>
                <a:latin typeface="Calibri"/>
              </a:defRPr>
            </a:pPr>
            <a:r>
              <a:t>Philip went down to the city of Samaria and proclaimed the Christ to them. With one accord, the crowds paid attention to what was said by Philip when they heard it and saw the signs he was doing. For unclean spirits, crying out in a loud voice, came out of many possessed people, and many paralyzed or crippled people were cured. There was great joy in that city. Now when the apostles in Jerusalem heard that Samaria had accepted the word of God, they sent them Peter and John, who went down and prayed for them, that they might receive the Holy Spirit, for it had not yet fallen upon any of them; they had only been baptized in the name of the Lord Jesus. Then they laid hands on them and they received the Holy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1051560"/>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Responsorial Psalm (Psalm 66:1-3, 4-5, 6-7, 16, 20)</a:t>
            </a:r>
          </a:p>
        </p:txBody>
      </p:sp>
      <p:sp>
        <p:nvSpPr>
          <p:cNvPr id="3" name="TextBox 2"/>
          <p:cNvSpPr txBox="1"/>
          <p:nvPr/>
        </p:nvSpPr>
        <p:spPr>
          <a:xfrm>
            <a:off x="685800" y="1563624"/>
            <a:ext cx="16916400" cy="438912"/>
          </a:xfrm>
          <a:prstGeom prst="rect">
            <a:avLst/>
          </a:prstGeom>
          <a:noFill/>
        </p:spPr>
        <p:txBody>
          <a:bodyPr wrap="square" lIns="109728" rIns="109728" tIns="73152" bIns="73152">
            <a:noAutofit/>
          </a:bodyPr>
          <a:lstStyle/>
          <a:p>
            <a:pPr>
              <a:defRPr sz="1400" b="0" i="0">
                <a:solidFill>
                  <a:srgbClr val="9B9BA5"/>
                </a:solidFill>
                <a:latin typeface="Calibri"/>
              </a:defRPr>
            </a:pPr>
            <a:r>
              <a:t>Slide 1 of 2</a:t>
            </a:r>
          </a:p>
        </p:txBody>
      </p:sp>
      <p:sp>
        <p:nvSpPr>
          <p:cNvPr id="4" name="TextBox 3"/>
          <p:cNvSpPr txBox="1"/>
          <p:nvPr/>
        </p:nvSpPr>
        <p:spPr>
          <a:xfrm>
            <a:off x="685800" y="2112264"/>
            <a:ext cx="16916400" cy="7260336"/>
          </a:xfrm>
          <a:prstGeom prst="rect">
            <a:avLst/>
          </a:prstGeom>
          <a:noFill/>
        </p:spPr>
        <p:txBody>
          <a:bodyPr wrap="square" lIns="109728" rIns="109728" tIns="73152" bIns="73152">
            <a:noAutofit/>
          </a:bodyPr>
          <a:lstStyle/>
          <a:p>
            <a:pPr>
              <a:spcAft>
                <a:spcPts val="400"/>
              </a:spcAft>
              <a:defRPr sz="1900" b="0" i="0">
                <a:solidFill>
                  <a:srgbClr val="F5F5F5"/>
                </a:solidFill>
                <a:latin typeface="Calibri"/>
              </a:defRPr>
            </a:pPr>
            <a:r>
              <a:t>R. (1) Let all the earth cry out to God with joy. or: R. Alleluia. Shout joyfully to God, all the earth, sing praise to the glory of his name; proclaim his glorious praise. Say to God, “How tremendous are your deeds!” R. Let all the earth cry out to God with joy. or: R. Alleluia. “Let all on earth worship and sing praise to you, sing praise to your name!” Come and see the works of God, his tremendous deeds among the children of Adam. R. Let all the earth cry out to God with joy. or: R. Alleluia. He has changed the sea into dry land; through the river they passed on foot; therefore let us rejoice in him. He rules by his might forever. R. Let all the earth cry out to God with joy. or: R. Alleluia. Hear now, all you who fear God, while I declare what he has done for me. Blessed be God who refused me not my prayer or his kindness! R. Let all the earth cry out to God with joy. or: 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1051560"/>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Responsorial Psalm (continued)</a:t>
            </a:r>
          </a:p>
        </p:txBody>
      </p:sp>
      <p:sp>
        <p:nvSpPr>
          <p:cNvPr id="3" name="TextBox 2"/>
          <p:cNvSpPr txBox="1"/>
          <p:nvPr/>
        </p:nvSpPr>
        <p:spPr>
          <a:xfrm>
            <a:off x="685800" y="1563624"/>
            <a:ext cx="16916400" cy="438912"/>
          </a:xfrm>
          <a:prstGeom prst="rect">
            <a:avLst/>
          </a:prstGeom>
          <a:noFill/>
        </p:spPr>
        <p:txBody>
          <a:bodyPr wrap="square" lIns="109728" rIns="109728" tIns="73152" bIns="73152">
            <a:noAutofit/>
          </a:bodyPr>
          <a:lstStyle/>
          <a:p>
            <a:pPr>
              <a:defRPr sz="1400" b="0" i="0">
                <a:solidFill>
                  <a:srgbClr val="9B9BA5"/>
                </a:solidFill>
                <a:latin typeface="Calibri"/>
              </a:defRPr>
            </a:pPr>
            <a:r>
              <a:t>Slide 2 of 2</a:t>
            </a:r>
          </a:p>
        </p:txBody>
      </p:sp>
      <p:sp>
        <p:nvSpPr>
          <p:cNvPr id="4" name="TextBox 3"/>
          <p:cNvSpPr txBox="1"/>
          <p:nvPr/>
        </p:nvSpPr>
        <p:spPr>
          <a:xfrm>
            <a:off x="685800" y="2112264"/>
            <a:ext cx="16916400" cy="7260336"/>
          </a:xfrm>
          <a:prstGeom prst="rect">
            <a:avLst/>
          </a:prstGeom>
          <a:noFill/>
        </p:spPr>
        <p:txBody>
          <a:bodyPr wrap="square" lIns="109728" rIns="109728" tIns="73152" bIns="73152">
            <a:noAutofit/>
          </a:bodyPr>
          <a:lstStyle/>
          <a:p>
            <a:pPr>
              <a:spcAft>
                <a:spcPts val="400"/>
              </a:spcAft>
              <a:defRPr sz="1900" b="0" i="0">
                <a:solidFill>
                  <a:srgbClr val="F5F5F5"/>
                </a:solidFill>
                <a:latin typeface="Calibri"/>
              </a:defRPr>
            </a:pPr>
            <a:r>
              <a:t>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1051560"/>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Second Reading (1 Peter 3:15-18)</a:t>
            </a:r>
          </a:p>
        </p:txBody>
      </p:sp>
      <p:sp>
        <p:nvSpPr>
          <p:cNvPr id="3" name="TextBox 2"/>
          <p:cNvSpPr txBox="1"/>
          <p:nvPr/>
        </p:nvSpPr>
        <p:spPr>
          <a:xfrm>
            <a:off x="685800" y="1563624"/>
            <a:ext cx="16916400" cy="438912"/>
          </a:xfrm>
          <a:prstGeom prst="rect">
            <a:avLst/>
          </a:prstGeom>
          <a:noFill/>
        </p:spPr>
        <p:txBody>
          <a:bodyPr wrap="square" lIns="109728" rIns="109728" tIns="73152" bIns="73152">
            <a:noAutofit/>
          </a:bodyPr>
          <a:lstStyle/>
          <a:p>
            <a:pPr>
              <a:defRPr sz="1400" b="0" i="0">
                <a:solidFill>
                  <a:srgbClr val="9B9BA5"/>
                </a:solidFill>
                <a:latin typeface="Calibri"/>
              </a:defRPr>
            </a:pPr>
          </a:p>
        </p:txBody>
      </p:sp>
      <p:sp>
        <p:nvSpPr>
          <p:cNvPr id="4" name="TextBox 3"/>
          <p:cNvSpPr txBox="1"/>
          <p:nvPr/>
        </p:nvSpPr>
        <p:spPr>
          <a:xfrm>
            <a:off x="685800" y="2112264"/>
            <a:ext cx="16916400" cy="7260336"/>
          </a:xfrm>
          <a:prstGeom prst="rect">
            <a:avLst/>
          </a:prstGeom>
          <a:noFill/>
        </p:spPr>
        <p:txBody>
          <a:bodyPr wrap="square" lIns="109728" rIns="109728" tIns="73152" bIns="73152">
            <a:noAutofit/>
          </a:bodyPr>
          <a:lstStyle/>
          <a:p>
            <a:pPr>
              <a:spcAft>
                <a:spcPts val="400"/>
              </a:spcAft>
              <a:defRPr sz="1900" b="0" i="0">
                <a:solidFill>
                  <a:srgbClr val="F5F5F5"/>
                </a:solidFill>
                <a:latin typeface="Calibri"/>
              </a:defRPr>
            </a:pPr>
            <a:r>
              <a:t>Beloved: Sanctify Christ as Lord in your hearts. Always be ready to give an explanation to anyone who asks you for a reason for your hope, but do it with gentleness and reverence, keeping your conscience clear, so that, when you are maligned, those who defame your good conduct in Christ may themselves be put to shame. For it is better to suffer for doing good, if that be the will of God, than for doing evil. For Christ also suffered for sins once, the righteous for the sake of the unrighteous, that he might lead you to God. Put to death in the flesh, he was brought to life in the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ALLELUIA! ALLELUIA! ALLELUIA! ALLELUIA!</a:t>
            </a:r>
          </a:p>
          <a:p>
            <a:pPr>
              <a:spcAft>
                <a:spcPts val="500"/>
              </a:spcAft>
              <a:defRPr sz="1500" b="0" i="1">
                <a:solidFill>
                  <a:srgbClr val="DCAA5A"/>
                </a:solidFill>
                <a:latin typeface="Calibri"/>
              </a:defRPr>
            </a:pPr>
            <a:r>
              <a:t>Gospel Acclamation — use the verse of the day from the Lectionary.</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500" b="0" i="1">
                <a:solidFill>
                  <a:srgbClr val="DCAA5A"/>
                </a:solidFill>
                <a:latin typeface="Calibri"/>
              </a:defRPr>
            </a:pPr>
            <a:r>
              <a:t>Commentator reads the verse before the Gospel Acclamation, then the assembly sings the Alleluia.</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The Lord be with you.</a:t>
            </a:r>
          </a:p>
          <a:p>
            <a:pPr>
              <a:spcAft>
                <a:spcPts val="500"/>
              </a:spcAft>
              <a:defRPr sz="2000" b="1" i="0">
                <a:solidFill>
                  <a:srgbClr val="F5F5F5"/>
                </a:solidFill>
                <a:latin typeface="Calibri"/>
              </a:defRPr>
            </a:pPr>
            <a:r>
              <a:t>And with your spirit.</a:t>
            </a:r>
          </a:p>
          <a:p>
            <a:pPr>
              <a:spcAft>
                <a:spcPts val="500"/>
              </a:spcAft>
              <a:defRPr sz="2000" b="1" i="0">
                <a:solidFill>
                  <a:srgbClr val="DCAA5A"/>
                </a:solidFill>
                <a:latin typeface="Calibri"/>
              </a:defRPr>
            </a:pPr>
            <a:r>
              <a:t>A reading from the holy Gospel according to …</a:t>
            </a:r>
          </a:p>
          <a:p>
            <a:pPr>
              <a:spcAft>
                <a:spcPts val="500"/>
              </a:spcAft>
              <a:defRPr sz="2000" b="1" i="0">
                <a:solidFill>
                  <a:srgbClr val="F5F5F5"/>
                </a:solidFill>
                <a:latin typeface="Calibri"/>
              </a:defRPr>
            </a:pPr>
            <a:r>
              <a:t>Glory to you, O Lord!</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68680"/>
          </a:xfrm>
          <a:prstGeom prst="rect">
            <a:avLst/>
          </a:prstGeom>
          <a:noFill/>
        </p:spPr>
        <p:txBody>
          <a:bodyPr wrap="square" lIns="109728" rIns="109728" tIns="73152" bIns="73152">
            <a:noAutofit/>
          </a:bodyPr>
          <a:lstStyle/>
          <a:p>
            <a:pPr>
              <a:defRPr sz="3000" b="1" i="0">
                <a:solidFill>
                  <a:srgbClr val="DCAA5A"/>
                </a:solidFill>
                <a:latin typeface="Calibri"/>
              </a:defRPr>
            </a:pPr>
            <a:r>
              <a:t>Gospel</a:t>
            </a:r>
          </a:p>
        </p:txBody>
      </p:sp>
      <p:sp>
        <p:nvSpPr>
          <p:cNvPr id="3" name="TextBox 2"/>
          <p:cNvSpPr txBox="1"/>
          <p:nvPr/>
        </p:nvSpPr>
        <p:spPr>
          <a:xfrm>
            <a:off x="685800" y="1380744"/>
            <a:ext cx="16916400" cy="438912"/>
          </a:xfrm>
          <a:prstGeom prst="rect">
            <a:avLst/>
          </a:prstGeom>
          <a:noFill/>
        </p:spPr>
        <p:txBody>
          <a:bodyPr wrap="square" lIns="109728" rIns="109728" tIns="73152" bIns="73152">
            <a:noAutofit/>
          </a:bodyPr>
          <a:lstStyle/>
          <a:p>
            <a:pPr>
              <a:defRPr sz="1400" b="0" i="0">
                <a:solidFill>
                  <a:srgbClr val="9B9BA5"/>
                </a:solidFill>
                <a:latin typeface="Calibri"/>
              </a:defRPr>
            </a:pPr>
            <a:r>
              <a:t>John 14:15-21</a:t>
            </a:r>
          </a:p>
        </p:txBody>
      </p:sp>
      <p:sp>
        <p:nvSpPr>
          <p:cNvPr id="4" name="TextBox 3"/>
          <p:cNvSpPr txBox="1"/>
          <p:nvPr/>
        </p:nvSpPr>
        <p:spPr>
          <a:xfrm>
            <a:off x="685800" y="1929384"/>
            <a:ext cx="16916400" cy="7443216"/>
          </a:xfrm>
          <a:prstGeom prst="rect">
            <a:avLst/>
          </a:prstGeom>
          <a:noFill/>
        </p:spPr>
        <p:txBody>
          <a:bodyPr wrap="square" lIns="109728" rIns="109728" tIns="73152" bIns="73152">
            <a:noAutofit/>
          </a:bodyPr>
          <a:lstStyle/>
          <a:p>
            <a:pPr>
              <a:spcAft>
                <a:spcPts val="400"/>
              </a:spcAft>
              <a:defRPr sz="1900" b="0" i="0">
                <a:solidFill>
                  <a:srgbClr val="F5F5F5"/>
                </a:solidFill>
                <a:latin typeface="Calibri"/>
              </a:defRPr>
            </a:pPr>
            <a:r>
              <a:t>Jesus said to his disciples: “If you love me, you will keep my commandments. And I will ask the Father, and he will give you another Advocate to be with you always, the Spirit of truth, whom the world cannot accept, because it neither sees nor knows him. But you know him, because he remains with you, and will be in you. I will not leave you orphans; I will come to you. In a little while the world will no longer see me, but you will see me, because I live and you will live. On that day you will realize that I am in my Father and you are in me and I in you. Whoever has my commandments and observes them is the one who loves me. And whoever loves me will be loved by my Father, and I will love him and reveal myself to him.”</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The Gospel of the Lord.</a:t>
            </a:r>
          </a:p>
          <a:p>
            <a:pPr>
              <a:spcAft>
                <a:spcPts val="500"/>
              </a:spcAft>
              <a:defRPr sz="2000" b="1" i="0">
                <a:solidFill>
                  <a:srgbClr val="F5F5F5"/>
                </a:solidFill>
                <a:latin typeface="Calibri"/>
              </a:defRPr>
            </a:pPr>
            <a:r>
              <a:t>Praise to you, Lord Jesus Christ!</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960120"/>
            <a:ext cx="16916400" cy="1051560"/>
          </a:xfrm>
          <a:prstGeom prst="rect">
            <a:avLst/>
          </a:prstGeom>
          <a:noFill/>
        </p:spPr>
        <p:txBody>
          <a:bodyPr wrap="square" lIns="109728" rIns="109728" tIns="73152" bIns="73152">
            <a:noAutofit/>
          </a:bodyPr>
          <a:lstStyle/>
          <a:p>
            <a:pPr>
              <a:defRPr sz="3800" b="1" i="0">
                <a:solidFill>
                  <a:srgbClr val="DCAA5A"/>
                </a:solidFill>
                <a:latin typeface="Calibri"/>
              </a:defRPr>
            </a:pPr>
            <a:r>
              <a:t>Eastertide Celebration</a:t>
            </a:r>
          </a:p>
        </p:txBody>
      </p:sp>
      <p:sp>
        <p:nvSpPr>
          <p:cNvPr id="3" name="TextBox 2"/>
          <p:cNvSpPr txBox="1"/>
          <p:nvPr/>
        </p:nvSpPr>
        <p:spPr>
          <a:xfrm>
            <a:off x="685800" y="2103120"/>
            <a:ext cx="16916400" cy="2011680"/>
          </a:xfrm>
          <a:prstGeom prst="rect">
            <a:avLst/>
          </a:prstGeom>
          <a:noFill/>
        </p:spPr>
        <p:txBody>
          <a:bodyPr wrap="square" lIns="109728" rIns="109728" tIns="73152" bIns="73152">
            <a:noAutofit/>
          </a:bodyPr>
          <a:lstStyle/>
          <a:p>
            <a:pPr>
              <a:spcAft>
                <a:spcPts val="200"/>
              </a:spcAft>
              <a:defRPr sz="2100" b="1" i="0">
                <a:solidFill>
                  <a:srgbClr val="F5F5F5"/>
                </a:solidFill>
                <a:latin typeface="Calibri"/>
              </a:defRPr>
            </a:pPr>
            <a:r>
              <a:t>MASS CELEBRANT: Rev. Fr. Jonrey Lauron, RCJ</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GWANGJU</a:t>
            </a:r>
            <a:br/>
            <a:r>
              <a:t>FILIPINO</a:t>
            </a:r>
            <a:br/>
            <a:r>
              <a:t>CATHOLIC</a:t>
            </a:r>
            <a:br/>
            <a:r>
              <a:t>COMMUNITY</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Gospel (John 14:15-21)</a:t>
            </a:r>
          </a:p>
          <a:p>
            <a:pPr>
              <a:spcAft>
                <a:spcPts val="200"/>
              </a:spcAft>
              <a:defRPr sz="2100" b="0" i="0">
                <a:solidFill>
                  <a:srgbClr val="F5F5F5"/>
                </a:solidFill>
                <a:latin typeface="Calibri"/>
              </a:defRPr>
            </a:pPr>
            <a:r>
              <a:t>“If you love me, you will keep my commandments.”</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YEAR A</a:t>
            </a:r>
          </a:p>
          <a:p>
            <a:pPr>
              <a:spcAft>
                <a:spcPts val="200"/>
              </a:spcAft>
              <a:defRPr sz="2100" b="0" i="0">
                <a:solidFill>
                  <a:srgbClr val="F5F5F5"/>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F5F5F5"/>
                </a:solidFill>
                <a:latin typeface="Calibri"/>
              </a:defRPr>
            </a:pPr>
            <a:r>
              <a:t>I believe in one God, the Father almighty, maker of heaven and earth, of all things visible and invisible. I believe in one Lord Jesus Christ, the Only Begotten Son of God, born of the Father before all ages…</a:t>
            </a:r>
          </a:p>
          <a:p>
            <a:pPr>
              <a:spcAft>
                <a:spcPts val="500"/>
              </a:spcAft>
              <a:defRPr sz="2000" b="1" i="0">
                <a:solidFill>
                  <a:srgbClr val="F5F5F5"/>
                </a:solidFill>
                <a:latin typeface="Calibri"/>
              </a:defRPr>
            </a:pPr>
            <a:r>
              <a:t>For us men and for our salvation he came down from heaven, (all bow) and by the Holy Spirit was incarnate of the Virgin Mary, and became man. For our sake he was crucified under Pontius Pilate, he suffered death and was buried, and rose again on the third day in accordance with the Scriptures.</a:t>
            </a:r>
          </a:p>
          <a:p>
            <a:pPr>
              <a:spcAft>
                <a:spcPts val="500"/>
              </a:spcAft>
              <a:defRPr sz="2000" b="1" i="0">
                <a:solidFill>
                  <a:srgbClr val="F5F5F5"/>
                </a:solidFill>
                <a:latin typeface="Calibri"/>
              </a:defRPr>
            </a:pPr>
            <a:r>
              <a:t>He ascended into heaven and is seated at the right hand of the Father… I believe in the Holy Spirit… I confess one Baptism for the forgiveness of sins and I look forward to the resurrection of the dead and the life of the world to come. Amen.</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960120"/>
            <a:ext cx="16916400" cy="1051560"/>
          </a:xfrm>
          <a:prstGeom prst="rect">
            <a:avLst/>
          </a:prstGeom>
          <a:noFill/>
        </p:spPr>
        <p:txBody>
          <a:bodyPr wrap="square" lIns="109728" rIns="109728" tIns="73152" bIns="73152">
            <a:noAutofit/>
          </a:bodyPr>
          <a:lstStyle/>
          <a:p>
            <a:pPr>
              <a:defRPr sz="3800" b="1" i="0">
                <a:solidFill>
                  <a:srgbClr val="DCAA5A"/>
                </a:solidFill>
                <a:latin typeface="Calibri"/>
              </a:defRPr>
            </a:pPr>
            <a:r>
              <a:t>Eastertide Celebration</a:t>
            </a:r>
          </a:p>
        </p:txBody>
      </p:sp>
      <p:sp>
        <p:nvSpPr>
          <p:cNvPr id="3" name="TextBox 2"/>
          <p:cNvSpPr txBox="1"/>
          <p:nvPr/>
        </p:nvSpPr>
        <p:spPr>
          <a:xfrm>
            <a:off x="685800" y="2103120"/>
            <a:ext cx="16916400" cy="2011680"/>
          </a:xfrm>
          <a:prstGeom prst="rect">
            <a:avLst/>
          </a:prstGeom>
          <a:noFill/>
        </p:spPr>
        <p:txBody>
          <a:bodyPr wrap="square" lIns="109728" rIns="109728" tIns="73152" bIns="73152">
            <a:noAutofit/>
          </a:bodyPr>
          <a:lstStyle/>
          <a:p>
            <a:pPr>
              <a:spcAft>
                <a:spcPts val="200"/>
              </a:spcAft>
              <a:defRPr sz="2100" b="1" i="0">
                <a:solidFill>
                  <a:srgbClr val="F5F5F5"/>
                </a:solidFill>
                <a:latin typeface="Calibri"/>
              </a:defRPr>
            </a:pPr>
            <a:r>
              <a:t>MASS CELEBRANT: Rev. Fr. Jonrey Lauron, RCJ</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GWANGJU</a:t>
            </a:r>
            <a:br/>
            <a:r>
              <a:t>FILIPINO</a:t>
            </a:r>
            <a:br/>
            <a:r>
              <a:t>CATHOLIC</a:t>
            </a:r>
            <a:br/>
            <a:r>
              <a:t>COMMUNITY</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Gospel (John 14:15-21)</a:t>
            </a:r>
          </a:p>
          <a:p>
            <a:pPr>
              <a:spcAft>
                <a:spcPts val="200"/>
              </a:spcAft>
              <a:defRPr sz="2100" b="0" i="0">
                <a:solidFill>
                  <a:srgbClr val="F5F5F5"/>
                </a:solidFill>
                <a:latin typeface="Calibri"/>
              </a:defRPr>
            </a:pPr>
            <a:r>
              <a:t>“If you love me, you will keep my commandments.”</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YEAR A</a:t>
            </a:r>
          </a:p>
          <a:p>
            <a:pPr>
              <a:spcAft>
                <a:spcPts val="200"/>
              </a:spcAft>
              <a:defRPr sz="2100" b="0" i="0">
                <a:solidFill>
                  <a:srgbClr val="F5F5F5"/>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500" b="0" i="1">
                <a:solidFill>
                  <a:srgbClr val="DCAA5A"/>
                </a:solidFill>
                <a:latin typeface="Calibri"/>
              </a:defRPr>
            </a:pPr>
            <a:r>
              <a:t>Prayer of the Faithful — insert petitions for your community.</a:t>
            </a:r>
          </a:p>
          <a:p>
            <a:pPr>
              <a:spcAft>
                <a:spcPts val="500"/>
              </a:spcAft>
              <a:defRPr sz="2000" b="1" i="0">
                <a:solidFill>
                  <a:srgbClr val="DCAA5A"/>
                </a:solidFill>
                <a:latin typeface="Calibri"/>
              </a:defRPr>
            </a:pPr>
            <a:r>
              <a:t>Father, bless your children.</a:t>
            </a:r>
          </a:p>
          <a:p>
            <a:pPr>
              <a:spcAft>
                <a:spcPts val="500"/>
              </a:spcAft>
              <a:defRPr sz="2000" b="1" i="0">
                <a:solidFill>
                  <a:srgbClr val="F5F5F5"/>
                </a:solidFill>
                <a:latin typeface="Calibri"/>
              </a:defRPr>
            </a:pPr>
            <a:r>
              <a:t>Lord, hear our prayer.</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Prayer of the Faithful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Heavenly Father… We ask this through Christ our Lord.</a:t>
            </a:r>
          </a:p>
          <a:p>
            <a:pPr>
              <a:spcAft>
                <a:spcPts val="500"/>
              </a:spcAft>
              <a:defRPr sz="2000" b="1" i="0">
                <a:solidFill>
                  <a:srgbClr val="F5F5F5"/>
                </a:solidFill>
                <a:latin typeface="Calibri"/>
              </a:defRPr>
            </a:pPr>
            <a:r>
              <a:t>Amen.</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Prayer of the Faithful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960120"/>
            <a:ext cx="16916400" cy="1051560"/>
          </a:xfrm>
          <a:prstGeom prst="rect">
            <a:avLst/>
          </a:prstGeom>
          <a:noFill/>
        </p:spPr>
        <p:txBody>
          <a:bodyPr wrap="square" lIns="109728" rIns="109728" tIns="73152" bIns="73152">
            <a:noAutofit/>
          </a:bodyPr>
          <a:lstStyle/>
          <a:p>
            <a:pPr>
              <a:defRPr sz="3800" b="1" i="0">
                <a:solidFill>
                  <a:srgbClr val="DCAA5A"/>
                </a:solidFill>
                <a:latin typeface="Calibri"/>
              </a:defRPr>
            </a:pPr>
            <a:r>
              <a:t>Eastertide Celebration</a:t>
            </a:r>
          </a:p>
        </p:txBody>
      </p:sp>
      <p:sp>
        <p:nvSpPr>
          <p:cNvPr id="3" name="TextBox 2"/>
          <p:cNvSpPr txBox="1"/>
          <p:nvPr/>
        </p:nvSpPr>
        <p:spPr>
          <a:xfrm>
            <a:off x="685800" y="2103120"/>
            <a:ext cx="16916400" cy="2011680"/>
          </a:xfrm>
          <a:prstGeom prst="rect">
            <a:avLst/>
          </a:prstGeom>
          <a:noFill/>
        </p:spPr>
        <p:txBody>
          <a:bodyPr wrap="square" lIns="109728" rIns="109728" tIns="73152" bIns="73152">
            <a:noAutofit/>
          </a:bodyPr>
          <a:lstStyle/>
          <a:p>
            <a:pPr>
              <a:spcAft>
                <a:spcPts val="200"/>
              </a:spcAft>
              <a:defRPr sz="2100" b="1" i="0">
                <a:solidFill>
                  <a:srgbClr val="F5F5F5"/>
                </a:solidFill>
                <a:latin typeface="Calibri"/>
              </a:defRPr>
            </a:pPr>
            <a:r>
              <a:t>MASS CELEBRANT: Rev. Fr. Jonrey Lauron, RCJ</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GWANGJU</a:t>
            </a:r>
            <a:br/>
            <a:r>
              <a:t>FILIPINO</a:t>
            </a:r>
            <a:br/>
            <a:r>
              <a:t>CATHOLIC</a:t>
            </a:r>
            <a:br/>
            <a:r>
              <a:t>COMMUNITY</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Gospel (John 14:15-21)</a:t>
            </a:r>
          </a:p>
          <a:p>
            <a:pPr>
              <a:spcAft>
                <a:spcPts val="200"/>
              </a:spcAft>
              <a:defRPr sz="2100" b="0" i="0">
                <a:solidFill>
                  <a:srgbClr val="F5F5F5"/>
                </a:solidFill>
                <a:latin typeface="Calibri"/>
              </a:defRPr>
            </a:pPr>
            <a:r>
              <a:t>“If you love me, you will keep my commandments.”</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YEAR A</a:t>
            </a:r>
          </a:p>
          <a:p>
            <a:pPr>
              <a:spcAft>
                <a:spcPts val="200"/>
              </a:spcAft>
              <a:defRPr sz="2100" b="0" i="0">
                <a:solidFill>
                  <a:srgbClr val="F5F5F5"/>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TAKE AND RECEIVE, O LORD, MY LIBERTY…</a:t>
            </a:r>
          </a:p>
          <a:p>
            <a:pPr>
              <a:spcAft>
                <a:spcPts val="500"/>
              </a:spcAft>
              <a:defRPr sz="1500" b="0" i="1">
                <a:solidFill>
                  <a:srgbClr val="DCAA5A"/>
                </a:solidFill>
                <a:latin typeface="Calibri"/>
              </a:defRPr>
            </a:pPr>
            <a:r>
              <a:t>Offertory — replace with your hymn (e.g. Take and Receive).</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1554480"/>
            <a:ext cx="16916400" cy="36576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Pray, brethren, that my sacrifice and yours may be acceptable to God, the almighty Father.</a:t>
            </a:r>
          </a:p>
          <a:p>
            <a:pPr>
              <a:spcAft>
                <a:spcPts val="500"/>
              </a:spcAft>
              <a:defRPr sz="2000" b="1" i="0">
                <a:solidFill>
                  <a:srgbClr val="F5F5F5"/>
                </a:solidFill>
                <a:latin typeface="Calibri"/>
              </a:defRPr>
            </a:pPr>
            <a:r>
              <a:t>May the Lord accept the sacrifice at your hands, for the praise and glory of his name, for our good and the good of all his holy Church.</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1554480"/>
            <a:ext cx="16916400" cy="36576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The Lord be with you.</a:t>
            </a:r>
          </a:p>
          <a:p>
            <a:pPr>
              <a:spcAft>
                <a:spcPts val="500"/>
              </a:spcAft>
              <a:defRPr sz="2000" b="1" i="0">
                <a:solidFill>
                  <a:srgbClr val="F5F5F5"/>
                </a:solidFill>
                <a:latin typeface="Calibri"/>
              </a:defRPr>
            </a:pPr>
            <a:r>
              <a:t>And with your spirit.</a:t>
            </a:r>
          </a:p>
          <a:p>
            <a:pPr>
              <a:spcAft>
                <a:spcPts val="500"/>
              </a:spcAft>
              <a:defRPr sz="2000" b="1" i="0">
                <a:solidFill>
                  <a:srgbClr val="DCAA5A"/>
                </a:solidFill>
                <a:latin typeface="Calibri"/>
              </a:defRPr>
            </a:pPr>
            <a:r>
              <a:t>Lift up your hearts.</a:t>
            </a:r>
          </a:p>
          <a:p>
            <a:pPr>
              <a:spcAft>
                <a:spcPts val="500"/>
              </a:spcAft>
              <a:defRPr sz="2000" b="1" i="0">
                <a:solidFill>
                  <a:srgbClr val="F5F5F5"/>
                </a:solidFill>
                <a:latin typeface="Calibri"/>
              </a:defRPr>
            </a:pPr>
            <a:r>
              <a:t>We lift them up to the Lord.</a:t>
            </a:r>
          </a:p>
          <a:p>
            <a:pPr>
              <a:spcAft>
                <a:spcPts val="500"/>
              </a:spcAft>
              <a:defRPr sz="2000" b="1" i="0">
                <a:solidFill>
                  <a:srgbClr val="DCAA5A"/>
                </a:solidFill>
                <a:latin typeface="Calibri"/>
              </a:defRPr>
            </a:pPr>
            <a:r>
              <a:t>Let us give thanks to the Lord our God.</a:t>
            </a:r>
          </a:p>
          <a:p>
            <a:pPr>
              <a:spcAft>
                <a:spcPts val="500"/>
              </a:spcAft>
              <a:defRPr sz="2000" b="1" i="0">
                <a:solidFill>
                  <a:srgbClr val="F5F5F5"/>
                </a:solidFill>
                <a:latin typeface="Calibri"/>
              </a:defRPr>
            </a:pPr>
            <a:r>
              <a:t>It is right and just.</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…we sing the hymn of your praise as without end we acclaim…</a:t>
            </a:r>
          </a:p>
          <a:p>
            <a:pPr>
              <a:spcAft>
                <a:spcPts val="500"/>
              </a:spcAft>
              <a:defRPr sz="1500" b="0" i="1">
                <a:solidFill>
                  <a:srgbClr val="DCAA5A"/>
                </a:solidFill>
                <a:latin typeface="Calibri"/>
              </a:defRPr>
            </a:pPr>
            <a:r>
              <a:t>— Priest continues the Preface from the Missal.</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Holy, Holy, Holy Lord God of hosts. Heaven and earth are full of your glory. Hosanna in the highest. Blessed is he who comes in the name of the Lord. Hosanna in the highest.</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Sanctus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1554480"/>
            <a:ext cx="16916400" cy="36576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When we eat this bread and drink this cup, we proclaim your death, O Lord, until you come again.</a:t>
            </a:r>
          </a:p>
          <a:p>
            <a:pPr>
              <a:spcAft>
                <a:spcPts val="500"/>
              </a:spcAft>
              <a:defRPr sz="1500" b="0" i="1">
                <a:solidFill>
                  <a:srgbClr val="DCAA5A"/>
                </a:solidFill>
                <a:latin typeface="Calibri"/>
              </a:defRPr>
            </a:pPr>
            <a:r>
              <a:t>The Mystery of Faith — use the form in the Eucharistic Prayer of the day.</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Eucharistic Prayer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1554480"/>
            <a:ext cx="16916400" cy="36576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F5F5F5"/>
                </a:solidFill>
                <a:latin typeface="Calibri"/>
              </a:defRPr>
            </a:pPr>
            <a:r>
              <a:t>Amen.</a:t>
            </a:r>
          </a:p>
          <a:p>
            <a:pPr>
              <a:spcAft>
                <a:spcPts val="500"/>
              </a:spcAft>
              <a:defRPr sz="1500" b="0" i="1">
                <a:solidFill>
                  <a:srgbClr val="DCAA5A"/>
                </a:solidFill>
                <a:latin typeface="Calibri"/>
              </a:defRPr>
            </a:pPr>
            <a:r>
              <a:t>Great Amen — repeat as customary.</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Great Amen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주님의 기도</a:t>
            </a:r>
          </a:p>
          <a:p>
            <a:pPr>
              <a:spcAft>
                <a:spcPts val="500"/>
              </a:spcAft>
              <a:defRPr sz="1900" b="0" i="0">
                <a:solidFill>
                  <a:srgbClr val="F5F5F5"/>
                </a:solidFill>
                <a:latin typeface="Calibri"/>
              </a:defRPr>
            </a:pPr>
            <a:r>
              <a:t>하늘에 계신 우리 아버지,</a:t>
            </a:r>
          </a:p>
          <a:p>
            <a:pPr>
              <a:spcAft>
                <a:spcPts val="500"/>
              </a:spcAft>
              <a:defRPr sz="1900" b="0" i="0">
                <a:solidFill>
                  <a:srgbClr val="F5F5F5"/>
                </a:solidFill>
                <a:latin typeface="Calibri"/>
              </a:defRPr>
            </a:pPr>
            <a:r>
              <a:t>아버지 이름 빛나시며</a:t>
            </a:r>
          </a:p>
          <a:p>
            <a:pPr>
              <a:spcAft>
                <a:spcPts val="500"/>
              </a:spcAft>
              <a:defRPr sz="1900" b="0" i="0">
                <a:solidFill>
                  <a:srgbClr val="F5F5F5"/>
                </a:solidFill>
                <a:latin typeface="Calibri"/>
              </a:defRPr>
            </a:pPr>
            <a:r>
              <a:t>아버지 뜻이 하늘에서와 같이 땅에서도 이루어지소서</a:t>
            </a:r>
          </a:p>
          <a:p>
            <a:pPr>
              <a:spcAft>
                <a:spcPts val="500"/>
              </a:spcAft>
              <a:defRPr sz="1900" b="0" i="0">
                <a:solidFill>
                  <a:srgbClr val="F5F5F5"/>
                </a:solidFill>
                <a:latin typeface="Calibri"/>
              </a:defRPr>
            </a:pPr>
            <a:r>
              <a:t>저희에게 일용할 양식 주시고,</a:t>
            </a:r>
          </a:p>
          <a:p>
            <a:pPr>
              <a:spcAft>
                <a:spcPts val="500"/>
              </a:spcAft>
              <a:defRPr sz="1900" b="0" i="0">
                <a:solidFill>
                  <a:srgbClr val="F5F5F5"/>
                </a:solidFill>
                <a:latin typeface="Calibri"/>
              </a:defRPr>
            </a:pPr>
            <a:r>
              <a:t>저희의 죄를 용서하시고</a:t>
            </a:r>
          </a:p>
          <a:p>
            <a:pPr>
              <a:spcAft>
                <a:spcPts val="500"/>
              </a:spcAft>
              <a:defRPr sz="1900" b="0" i="0">
                <a:solidFill>
                  <a:srgbClr val="F5F5F5"/>
                </a:solidFill>
                <a:latin typeface="Calibri"/>
              </a:defRPr>
            </a:pPr>
            <a:r>
              <a:t>유혹에 빠지지 않게 하시고,</a:t>
            </a:r>
          </a:p>
          <a:p>
            <a:pPr>
              <a:spcAft>
                <a:spcPts val="500"/>
              </a:spcAft>
              <a:defRPr sz="1900" b="0" i="0">
                <a:solidFill>
                  <a:srgbClr val="F5F5F5"/>
                </a:solidFill>
                <a:latin typeface="Calibri"/>
              </a:defRPr>
            </a:pPr>
            <a:r>
              <a:t>악에서도 저희 구하소서</a:t>
            </a:r>
          </a:p>
          <a:p>
            <a:pPr>
              <a:spcAft>
                <a:spcPts val="500"/>
              </a:spcAft>
              <a:defRPr sz="1500" b="0" i="1">
                <a:solidFill>
                  <a:srgbClr val="DCAA5A"/>
                </a:solidFill>
                <a:latin typeface="Calibri"/>
              </a:defRPr>
            </a:pPr>
            <a:r>
              <a:t>Our Father — Korean (주님의 기도).</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영광이며 사랑이신 우리 주님께</a:t>
            </a:r>
          </a:p>
          <a:p>
            <a:pPr>
              <a:spcAft>
                <a:spcPts val="500"/>
              </a:spcAft>
              <a:defRPr sz="1900" b="0" i="0">
                <a:solidFill>
                  <a:srgbClr val="F5F5F5"/>
                </a:solidFill>
                <a:latin typeface="Calibri"/>
              </a:defRPr>
            </a:pPr>
            <a:r>
              <a:t>처음과 같이 이제와 항상 영원히</a:t>
            </a:r>
          </a:p>
          <a:p>
            <a:pPr>
              <a:spcAft>
                <a:spcPts val="500"/>
              </a:spcAft>
              <a:defRPr sz="1500" b="0" i="1">
                <a:solidFill>
                  <a:srgbClr val="DCAA5A"/>
                </a:solidFill>
                <a:latin typeface="Calibri"/>
              </a:defRPr>
            </a:pPr>
            <a:r>
              <a:t>Doxology in Korean as in GFCC practice.</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960120"/>
            <a:ext cx="16916400" cy="1051560"/>
          </a:xfrm>
          <a:prstGeom prst="rect">
            <a:avLst/>
          </a:prstGeom>
          <a:noFill/>
        </p:spPr>
        <p:txBody>
          <a:bodyPr wrap="square" lIns="109728" rIns="109728" tIns="73152" bIns="73152">
            <a:noAutofit/>
          </a:bodyPr>
          <a:lstStyle/>
          <a:p>
            <a:pPr>
              <a:defRPr sz="3800" b="1" i="0">
                <a:solidFill>
                  <a:srgbClr val="DCAA5A"/>
                </a:solidFill>
                <a:latin typeface="Calibri"/>
              </a:defRPr>
            </a:pPr>
            <a:r>
              <a:t>Eastertide Celebration</a:t>
            </a:r>
          </a:p>
        </p:txBody>
      </p:sp>
      <p:sp>
        <p:nvSpPr>
          <p:cNvPr id="3" name="TextBox 2"/>
          <p:cNvSpPr txBox="1"/>
          <p:nvPr/>
        </p:nvSpPr>
        <p:spPr>
          <a:xfrm>
            <a:off x="685800" y="2103120"/>
            <a:ext cx="16916400" cy="2011680"/>
          </a:xfrm>
          <a:prstGeom prst="rect">
            <a:avLst/>
          </a:prstGeom>
          <a:noFill/>
        </p:spPr>
        <p:txBody>
          <a:bodyPr wrap="square" lIns="109728" rIns="109728" tIns="73152" bIns="73152">
            <a:noAutofit/>
          </a:bodyPr>
          <a:lstStyle/>
          <a:p>
            <a:pPr>
              <a:spcAft>
                <a:spcPts val="200"/>
              </a:spcAft>
              <a:defRPr sz="2100" b="1" i="0">
                <a:solidFill>
                  <a:srgbClr val="F5F5F5"/>
                </a:solidFill>
                <a:latin typeface="Calibri"/>
              </a:defRPr>
            </a:pPr>
            <a:r>
              <a:t>MASS CELEBRANT: Rev. Fr. Jonrey Lauron, RCJ</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GWANGJU</a:t>
            </a:r>
            <a:br/>
            <a:r>
              <a:t>FILIPINO</a:t>
            </a:r>
            <a:br/>
            <a:r>
              <a:t>CATHOLIC</a:t>
            </a:r>
            <a:br/>
            <a:r>
              <a:t>COMMUNITY</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Gospel (John 14:15-21)</a:t>
            </a:r>
          </a:p>
          <a:p>
            <a:pPr>
              <a:spcAft>
                <a:spcPts val="200"/>
              </a:spcAft>
              <a:defRPr sz="2100" b="0" i="0">
                <a:solidFill>
                  <a:srgbClr val="F5F5F5"/>
                </a:solidFill>
                <a:latin typeface="Calibri"/>
              </a:defRPr>
            </a:pPr>
            <a:r>
              <a:t>“If you love me, you will keep my commandments.”</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YEAR A</a:t>
            </a:r>
          </a:p>
          <a:p>
            <a:pPr>
              <a:spcAft>
                <a:spcPts val="200"/>
              </a:spcAft>
              <a:defRPr sz="2100" b="0" i="0">
                <a:solidFill>
                  <a:srgbClr val="F5F5F5"/>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Deliver us, Lord, we pray, from every evil…</a:t>
            </a:r>
          </a:p>
          <a:p>
            <a:pPr>
              <a:spcAft>
                <a:spcPts val="500"/>
              </a:spcAft>
              <a:defRPr sz="2000" b="1" i="0">
                <a:solidFill>
                  <a:srgbClr val="F5F5F5"/>
                </a:solidFill>
                <a:latin typeface="Calibri"/>
              </a:defRPr>
            </a:pPr>
            <a:r>
              <a:t>For the kingdom, the power, and the glory are yours, now and for ever. Amen.</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The peace of the Lord be with you always.</a:t>
            </a:r>
          </a:p>
          <a:p>
            <a:pPr>
              <a:spcAft>
                <a:spcPts val="500"/>
              </a:spcAft>
              <a:defRPr sz="2000" b="1" i="0">
                <a:solidFill>
                  <a:srgbClr val="F5F5F5"/>
                </a:solidFill>
                <a:latin typeface="Calibri"/>
              </a:defRPr>
            </a:pPr>
            <a:r>
              <a:t>And with your spirit.</a:t>
            </a:r>
          </a:p>
          <a:p>
            <a:pPr>
              <a:spcAft>
                <a:spcPts val="500"/>
              </a:spcAft>
              <a:defRPr sz="1500" b="0" i="1">
                <a:solidFill>
                  <a:srgbClr val="DCAA5A"/>
                </a:solidFill>
                <a:latin typeface="Calibri"/>
              </a:defRPr>
            </a:pPr>
            <a:r>
              <a:t>Let us offer each other the sign of peace.</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Sign of Peace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Lamb of God, you take away the sins of the world: have mercy on us…</a:t>
            </a:r>
          </a:p>
          <a:p>
            <a:pPr>
              <a:spcAft>
                <a:spcPts val="500"/>
              </a:spcAft>
              <a:defRPr sz="1900" b="0" i="0">
                <a:solidFill>
                  <a:srgbClr val="F5F5F5"/>
                </a:solidFill>
                <a:latin typeface="Calibri"/>
              </a:defRPr>
            </a:pPr>
            <a:r>
              <a:t>Lamb of God… grant us peace.</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Lamb of God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Behold the Lamb of God…</a:t>
            </a:r>
          </a:p>
          <a:p>
            <a:pPr>
              <a:spcAft>
                <a:spcPts val="500"/>
              </a:spcAft>
              <a:defRPr sz="2000" b="1" i="0">
                <a:solidFill>
                  <a:srgbClr val="F5F5F5"/>
                </a:solidFill>
                <a:latin typeface="Calibri"/>
              </a:defRPr>
            </a:pPr>
            <a:r>
              <a:t>Lord, I am not worthy that you should enter under my roof, but only say the word and my soul shall be healed.</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960120"/>
            <a:ext cx="16916400" cy="1051560"/>
          </a:xfrm>
          <a:prstGeom prst="rect">
            <a:avLst/>
          </a:prstGeom>
          <a:noFill/>
        </p:spPr>
        <p:txBody>
          <a:bodyPr wrap="square" lIns="109728" rIns="109728" tIns="73152" bIns="73152">
            <a:noAutofit/>
          </a:bodyPr>
          <a:lstStyle/>
          <a:p>
            <a:pPr>
              <a:defRPr sz="3800" b="1" i="0">
                <a:solidFill>
                  <a:srgbClr val="DCAA5A"/>
                </a:solidFill>
                <a:latin typeface="Calibri"/>
              </a:defRPr>
            </a:pPr>
            <a:r>
              <a:t>Eastertide Celebration</a:t>
            </a:r>
          </a:p>
        </p:txBody>
      </p:sp>
      <p:sp>
        <p:nvSpPr>
          <p:cNvPr id="3" name="TextBox 2"/>
          <p:cNvSpPr txBox="1"/>
          <p:nvPr/>
        </p:nvSpPr>
        <p:spPr>
          <a:xfrm>
            <a:off x="685800" y="2103120"/>
            <a:ext cx="16916400" cy="2011680"/>
          </a:xfrm>
          <a:prstGeom prst="rect">
            <a:avLst/>
          </a:prstGeom>
          <a:noFill/>
        </p:spPr>
        <p:txBody>
          <a:bodyPr wrap="square" lIns="109728" rIns="109728" tIns="73152" bIns="73152">
            <a:noAutofit/>
          </a:bodyPr>
          <a:lstStyle/>
          <a:p>
            <a:pPr>
              <a:spcAft>
                <a:spcPts val="200"/>
              </a:spcAft>
              <a:defRPr sz="2100" b="1" i="0">
                <a:solidFill>
                  <a:srgbClr val="F5F5F5"/>
                </a:solidFill>
                <a:latin typeface="Calibri"/>
              </a:defRPr>
            </a:pPr>
            <a:r>
              <a:t>MASS CELEBRANT: Rev. Fr. Jonrey Lauron, RCJ</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GWANGJU</a:t>
            </a:r>
            <a:br/>
            <a:r>
              <a:t>FILIPINO</a:t>
            </a:r>
            <a:br/>
            <a:r>
              <a:t>CATHOLIC</a:t>
            </a:r>
            <a:br/>
            <a:r>
              <a:t>COMMUNITY</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Gospel (John 14:15-21)</a:t>
            </a:r>
          </a:p>
          <a:p>
            <a:pPr>
              <a:spcAft>
                <a:spcPts val="200"/>
              </a:spcAft>
              <a:defRPr sz="2100" b="0" i="0">
                <a:solidFill>
                  <a:srgbClr val="F5F5F5"/>
                </a:solidFill>
                <a:latin typeface="Calibri"/>
              </a:defRPr>
            </a:pPr>
            <a:r>
              <a:t>“If you love me, you will keep my commandments.”</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YEAR A</a:t>
            </a:r>
          </a:p>
          <a:p>
            <a:pPr>
              <a:spcAft>
                <a:spcPts val="200"/>
              </a:spcAft>
              <a:defRPr sz="2100" b="0" i="0">
                <a:solidFill>
                  <a:srgbClr val="F5F5F5"/>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TASTE AND SEE, TASTE AND SEE THE GOODNESS OF THE LORD…</a:t>
            </a:r>
          </a:p>
          <a:p>
            <a:pPr>
              <a:spcAft>
                <a:spcPts val="500"/>
              </a:spcAft>
              <a:defRPr sz="1500" b="0" i="1">
                <a:solidFill>
                  <a:srgbClr val="DCAA5A"/>
                </a:solidFill>
                <a:latin typeface="Calibri"/>
              </a:defRPr>
            </a:pPr>
            <a:r>
              <a:t>Communion hymn — replace with your selection (multiple slides as needed).</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Communion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Let us pray.</a:t>
            </a:r>
          </a:p>
          <a:p>
            <a:pPr>
              <a:spcAft>
                <a:spcPts val="500"/>
              </a:spcAft>
              <a:defRPr sz="2000" b="1" i="0">
                <a:solidFill>
                  <a:srgbClr val="F5F5F5"/>
                </a:solidFill>
                <a:latin typeface="Calibri"/>
              </a:defRPr>
            </a:pPr>
            <a:r>
              <a:t>Amen.</a:t>
            </a:r>
          </a:p>
          <a:p>
            <a:pPr>
              <a:spcAft>
                <a:spcPts val="500"/>
              </a:spcAft>
              <a:defRPr sz="1500" b="0" i="1">
                <a:solidFill>
                  <a:srgbClr val="DCAA5A"/>
                </a:solidFill>
                <a:latin typeface="Calibri"/>
              </a:defRPr>
            </a:pPr>
            <a:r>
              <a:t>— Post-Communion Prayer of the day.</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960120"/>
            <a:ext cx="16916400" cy="1051560"/>
          </a:xfrm>
          <a:prstGeom prst="rect">
            <a:avLst/>
          </a:prstGeom>
          <a:noFill/>
        </p:spPr>
        <p:txBody>
          <a:bodyPr wrap="square" lIns="109728" rIns="109728" tIns="73152" bIns="73152">
            <a:noAutofit/>
          </a:bodyPr>
          <a:lstStyle/>
          <a:p>
            <a:pPr>
              <a:defRPr sz="3800" b="1" i="0">
                <a:solidFill>
                  <a:srgbClr val="DCAA5A"/>
                </a:solidFill>
                <a:latin typeface="Calibri"/>
              </a:defRPr>
            </a:pPr>
            <a:r>
              <a:t>Eastertide Celebration</a:t>
            </a:r>
          </a:p>
        </p:txBody>
      </p:sp>
      <p:sp>
        <p:nvSpPr>
          <p:cNvPr id="3" name="TextBox 2"/>
          <p:cNvSpPr txBox="1"/>
          <p:nvPr/>
        </p:nvSpPr>
        <p:spPr>
          <a:xfrm>
            <a:off x="685800" y="2103120"/>
            <a:ext cx="16916400" cy="2011680"/>
          </a:xfrm>
          <a:prstGeom prst="rect">
            <a:avLst/>
          </a:prstGeom>
          <a:noFill/>
        </p:spPr>
        <p:txBody>
          <a:bodyPr wrap="square" lIns="109728" rIns="109728" tIns="73152" bIns="73152">
            <a:noAutofit/>
          </a:bodyPr>
          <a:lstStyle/>
          <a:p>
            <a:pPr>
              <a:spcAft>
                <a:spcPts val="200"/>
              </a:spcAft>
              <a:defRPr sz="2100" b="1" i="0">
                <a:solidFill>
                  <a:srgbClr val="F5F5F5"/>
                </a:solidFill>
                <a:latin typeface="Calibri"/>
              </a:defRPr>
            </a:pPr>
            <a:r>
              <a:t>MASS CELEBRANT: Rev. Fr. Jonrey Lauron, RCJ</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GWANGJU</a:t>
            </a:r>
            <a:br/>
            <a:r>
              <a:t>FILIPINO</a:t>
            </a:r>
            <a:br/>
            <a:r>
              <a:t>CATHOLIC</a:t>
            </a:r>
            <a:br/>
            <a:r>
              <a:t>COMMUNITY</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Gospel (John 14:15-21)</a:t>
            </a:r>
          </a:p>
          <a:p>
            <a:pPr>
              <a:spcAft>
                <a:spcPts val="200"/>
              </a:spcAft>
              <a:defRPr sz="2100" b="0" i="0">
                <a:solidFill>
                  <a:srgbClr val="F5F5F5"/>
                </a:solidFill>
                <a:latin typeface="Calibri"/>
              </a:defRPr>
            </a:pPr>
            <a:r>
              <a:t>“If you love me, you will keep my commandments.”</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YEAR A</a:t>
            </a:r>
          </a:p>
          <a:p>
            <a:pPr>
              <a:spcAft>
                <a:spcPts val="200"/>
              </a:spcAft>
              <a:defRPr sz="2100" b="0" i="0">
                <a:solidFill>
                  <a:srgbClr val="F5F5F5"/>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CHURCH ANNOUNCEMENTS</a:t>
            </a:r>
          </a:p>
          <a:p>
            <a:pPr>
              <a:spcAft>
                <a:spcPts val="500"/>
              </a:spcAft>
              <a:defRPr sz="1500" b="0" i="1">
                <a:solidFill>
                  <a:srgbClr val="DCAA5A"/>
                </a:solidFill>
                <a:latin typeface="Calibri"/>
              </a:defRPr>
            </a:pPr>
            <a:r>
              <a:t>Insert your bulletin points on the following slides or edit this deck.</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Welcome newcomers!</a:t>
            </a:r>
          </a:p>
          <a:p>
            <a:pPr>
              <a:spcAft>
                <a:spcPts val="500"/>
              </a:spcAft>
              <a:defRPr sz="1500" b="0" i="1">
                <a:solidFill>
                  <a:srgbClr val="DCAA5A"/>
                </a:solidFill>
                <a:latin typeface="Calibri"/>
              </a:defRPr>
            </a:pPr>
            <a:r>
              <a:t>Photo collage optional.</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Sacrament of Confession</a:t>
            </a:r>
          </a:p>
          <a:p>
            <a:pPr>
              <a:spcAft>
                <a:spcPts val="500"/>
              </a:spcAft>
              <a:defRPr sz="1500" b="0" i="1">
                <a:solidFill>
                  <a:srgbClr val="DCAA5A"/>
                </a:solidFill>
                <a:latin typeface="Calibri"/>
              </a:defRPr>
            </a:pPr>
            <a:r>
              <a:t>“The Lord never tires of forgiving us; we are the ones who tire of seeking his mercy.” — Pope Francis</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Mass Collection</a:t>
            </a:r>
          </a:p>
          <a:p>
            <a:pPr>
              <a:spcAft>
                <a:spcPts val="500"/>
              </a:spcAft>
              <a:defRPr sz="1500" b="0" i="1">
                <a:solidFill>
                  <a:srgbClr val="DCAA5A"/>
                </a:solidFill>
                <a:latin typeface="Calibri"/>
              </a:defRPr>
            </a:pPr>
            <a:r>
              <a:t>Amount · date · thank you — add 2 Cor 9:7 if desired.</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Food or Mass Sponsorship</a:t>
            </a:r>
          </a:p>
          <a:p>
            <a:pPr>
              <a:spcAft>
                <a:spcPts val="500"/>
              </a:spcAft>
              <a:defRPr sz="1500" b="0" i="1">
                <a:solidFill>
                  <a:srgbClr val="DCAA5A"/>
                </a:solidFill>
                <a:latin typeface="Calibri"/>
              </a:defRPr>
            </a:pPr>
            <a:r>
              <a:t>Contact your parish coordinator — thank you.</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Updates and Announcements</a:t>
            </a:r>
          </a:p>
          <a:p>
            <a:pPr>
              <a:spcAft>
                <a:spcPts val="500"/>
              </a:spcAft>
              <a:defRPr sz="1500" b="0" i="1">
                <a:solidFill>
                  <a:srgbClr val="DCAA5A"/>
                </a:solidFill>
                <a:latin typeface="Calibri"/>
              </a:defRPr>
            </a:pPr>
            <a:r>
              <a:t>Like and follow: Gwangju Filipino Catholic Community (add QR in slide master later).</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2000" b="1" i="0">
                <a:solidFill>
                  <a:srgbClr val="DCAA5A"/>
                </a:solidFill>
                <a:latin typeface="Calibri"/>
              </a:defRPr>
            </a:pPr>
            <a:r>
              <a:t>The Lord be with you.</a:t>
            </a:r>
          </a:p>
          <a:p>
            <a:pPr>
              <a:spcAft>
                <a:spcPts val="500"/>
              </a:spcAft>
              <a:defRPr sz="2000" b="1" i="0">
                <a:solidFill>
                  <a:srgbClr val="F5F5F5"/>
                </a:solidFill>
                <a:latin typeface="Calibri"/>
              </a:defRPr>
            </a:pPr>
            <a:r>
              <a:t>And with your spirit.</a:t>
            </a:r>
          </a:p>
          <a:p>
            <a:pPr>
              <a:spcAft>
                <a:spcPts val="500"/>
              </a:spcAft>
              <a:defRPr sz="2000" b="1" i="0">
                <a:solidFill>
                  <a:srgbClr val="DCAA5A"/>
                </a:solidFill>
                <a:latin typeface="Calibri"/>
              </a:defRPr>
            </a:pPr>
            <a:r>
              <a:t>May almighty God bless you, the Father, and the Son, and the Holy Spirit.</a:t>
            </a:r>
          </a:p>
          <a:p>
            <a:pPr>
              <a:spcAft>
                <a:spcPts val="500"/>
              </a:spcAft>
              <a:defRPr sz="2000" b="1" i="0">
                <a:solidFill>
                  <a:srgbClr val="F5F5F5"/>
                </a:solidFill>
                <a:latin typeface="Calibri"/>
              </a:defRPr>
            </a:pPr>
            <a:r>
              <a:t>Amen.</a:t>
            </a:r>
          </a:p>
          <a:p>
            <a:pPr>
              <a:spcAft>
                <a:spcPts val="500"/>
              </a:spcAft>
              <a:defRPr sz="2000" b="1" i="0">
                <a:solidFill>
                  <a:srgbClr val="DCAA5A"/>
                </a:solidFill>
                <a:latin typeface="Calibri"/>
              </a:defRPr>
            </a:pPr>
            <a:r>
              <a:t>Go in peace, glorifying the Lord by your life.</a:t>
            </a:r>
          </a:p>
          <a:p>
            <a:pPr>
              <a:spcAft>
                <a:spcPts val="500"/>
              </a:spcAft>
              <a:defRPr sz="2000" b="1" i="0">
                <a:solidFill>
                  <a:srgbClr val="F5F5F5"/>
                </a:solidFill>
                <a:latin typeface="Calibri"/>
              </a:defRPr>
            </a:pPr>
            <a:r>
              <a:t>Thanks be to God.</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Final Blessing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457200"/>
            <a:ext cx="16916400" cy="8778240"/>
          </a:xfrm>
          <a:prstGeom prst="rect">
            <a:avLst/>
          </a:prstGeom>
          <a:noFill/>
        </p:spPr>
        <p:txBody>
          <a:bodyPr wrap="square" lIns="109728" rIns="109728" tIns="73152" bIns="73152">
            <a:noAutofit/>
          </a:bodyPr>
          <a:lstStyle/>
          <a:p>
            <a:pPr>
              <a:spcAft>
                <a:spcPts val="500"/>
              </a:spcAft>
              <a:defRPr sz="1900" b="1" i="0">
                <a:solidFill>
                  <a:srgbClr val="F5F5F5"/>
                </a:solidFill>
                <a:latin typeface="Calibri"/>
              </a:defRPr>
            </a:pPr>
            <a:r>
              <a:t>COME! LIVE IN THE LIGHT! SHINE WITH THE JOY AND THE LOVE OF THE LORD!</a:t>
            </a:r>
          </a:p>
          <a:p>
            <a:pPr>
              <a:spcAft>
                <a:spcPts val="500"/>
              </a:spcAft>
              <a:defRPr sz="1900" b="0" i="0">
                <a:solidFill>
                  <a:srgbClr val="F5F5F5"/>
                </a:solidFill>
                <a:latin typeface="Calibri"/>
              </a:defRPr>
            </a:pPr>
            <a:r>
              <a:t>WE ARE CALLED… TO BE LIGHT FOR THE KINGDOM…</a:t>
            </a:r>
          </a:p>
          <a:p>
            <a:pPr>
              <a:spcAft>
                <a:spcPts val="500"/>
              </a:spcAft>
              <a:defRPr sz="1500" b="0" i="1">
                <a:solidFill>
                  <a:srgbClr val="DCAA5A"/>
                </a:solidFill>
                <a:latin typeface="Calibri"/>
              </a:defRPr>
            </a:pPr>
            <a:r>
              <a:t>Recessional — We Are Called (David Haas). Replace if needed.</a:t>
            </a:r>
          </a:p>
          <a:p>
            <a:pPr>
              <a:spcAft>
                <a:spcPts val="500"/>
              </a:spcAft>
              <a:defRPr sz="1900" b="1" i="0">
                <a:solidFill>
                  <a:srgbClr val="F5F5F5"/>
                </a:solidFill>
                <a:latin typeface="Calibri"/>
              </a:defRPr>
            </a:pPr>
            <a:r>
              <a:t>WE ARE CALLED TO ACT WITH JUSTICE. WE ARE CALLED TO LOVE TENDERLY.</a:t>
            </a:r>
          </a:p>
          <a:p>
            <a:pPr>
              <a:spcAft>
                <a:spcPts val="500"/>
              </a:spcAft>
              <a:defRPr sz="1900" b="0" i="0">
                <a:solidFill>
                  <a:srgbClr val="F5F5F5"/>
                </a:solidFill>
                <a:latin typeface="Calibri"/>
              </a:defRPr>
            </a:pPr>
            <a:r>
              <a:t>WE ARE CALLED TO SERVE ONE ANOTHER, TO WALK HUMBLY WITH GOD.</a:t>
            </a:r>
          </a:p>
        </p:txBody>
      </p:sp>
      <p:sp>
        <p:nvSpPr>
          <p:cNvPr id="3" name="TextBox 2"/>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Recessional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685800" y="960120"/>
            <a:ext cx="16916400" cy="1051560"/>
          </a:xfrm>
          <a:prstGeom prst="rect">
            <a:avLst/>
          </a:prstGeom>
          <a:noFill/>
        </p:spPr>
        <p:txBody>
          <a:bodyPr wrap="square" lIns="109728" rIns="109728" tIns="73152" bIns="73152">
            <a:noAutofit/>
          </a:bodyPr>
          <a:lstStyle/>
          <a:p>
            <a:pPr>
              <a:defRPr sz="3800" b="1" i="0">
                <a:solidFill>
                  <a:srgbClr val="DCAA5A"/>
                </a:solidFill>
                <a:latin typeface="Calibri"/>
              </a:defRPr>
            </a:pPr>
            <a:r>
              <a:t>Eastertide Celebration</a:t>
            </a:r>
          </a:p>
        </p:txBody>
      </p:sp>
      <p:sp>
        <p:nvSpPr>
          <p:cNvPr id="3" name="TextBox 2"/>
          <p:cNvSpPr txBox="1"/>
          <p:nvPr/>
        </p:nvSpPr>
        <p:spPr>
          <a:xfrm>
            <a:off x="685800" y="2103120"/>
            <a:ext cx="16916400" cy="2011680"/>
          </a:xfrm>
          <a:prstGeom prst="rect">
            <a:avLst/>
          </a:prstGeom>
          <a:noFill/>
        </p:spPr>
        <p:txBody>
          <a:bodyPr wrap="square" lIns="109728" rIns="109728" tIns="73152" bIns="73152">
            <a:noAutofit/>
          </a:bodyPr>
          <a:lstStyle/>
          <a:p>
            <a:pPr>
              <a:spcAft>
                <a:spcPts val="200"/>
              </a:spcAft>
              <a:defRPr sz="2100" b="1" i="0">
                <a:solidFill>
                  <a:srgbClr val="F5F5F5"/>
                </a:solidFill>
                <a:latin typeface="Calibri"/>
              </a:defRPr>
            </a:pPr>
            <a:r>
              <a:t>MASS CELEBRANT: Rev. Fr. Jonrey Lauron, RCJ</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GWANGJU</a:t>
            </a:r>
            <a:br/>
            <a:r>
              <a:t>FILIPINO</a:t>
            </a:r>
            <a:br/>
            <a:r>
              <a:t>CATHOLIC</a:t>
            </a:r>
            <a:br/>
            <a:r>
              <a:t>COMMUNITY</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Gospel (John 14:15-21)</a:t>
            </a:r>
          </a:p>
          <a:p>
            <a:pPr>
              <a:spcAft>
                <a:spcPts val="200"/>
              </a:spcAft>
              <a:defRPr sz="2100" b="0" i="0">
                <a:solidFill>
                  <a:srgbClr val="F5F5F5"/>
                </a:solidFill>
                <a:latin typeface="Calibri"/>
              </a:defRPr>
            </a:pPr>
            <a:r>
              <a:t>“If you love me, you will keep my commandments.”</a:t>
            </a:r>
          </a:p>
          <a:p>
            <a:pPr>
              <a:spcAft>
                <a:spcPts val="200"/>
              </a:spcAft>
              <a:defRPr sz="2100" b="0" i="0">
                <a:solidFill>
                  <a:srgbClr val="F5F5F5"/>
                </a:solidFill>
                <a:latin typeface="Calibri"/>
              </a:defRPr>
            </a:pPr>
          </a:p>
          <a:p>
            <a:pPr>
              <a:spcAft>
                <a:spcPts val="200"/>
              </a:spcAft>
              <a:defRPr sz="2100" b="0" i="0">
                <a:solidFill>
                  <a:srgbClr val="F5F5F5"/>
                </a:solidFill>
                <a:latin typeface="Calibri"/>
              </a:defRPr>
            </a:pPr>
            <a:r>
              <a:t>YEAR A</a:t>
            </a:r>
          </a:p>
          <a:p>
            <a:pPr>
              <a:spcAft>
                <a:spcPts val="200"/>
              </a:spcAft>
              <a:defRPr sz="2100" b="0" i="0">
                <a:solidFill>
                  <a:srgbClr val="F5F5F5"/>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