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18288000" cy="10287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21216"/>
        </a:solidFill>
        <a:effectLst/>
      </p:bgPr>
    </p:bg>
    <p:spTree>
      <p:nvGrpSpPr>
        <p:cNvPr id="1" name=""/>
        <p:cNvGrpSpPr/>
        <p:nvPr/>
      </p:nvGrpSpPr>
      <p:grpSpPr/>
      <p:sp>
        <p:nvSpPr>
          <p:cNvPr id="2" name="TextBox 1"/>
          <p:cNvSpPr txBox="1"/>
          <p:nvPr/>
        </p:nvSpPr>
        <p:spPr>
          <a:xfrm>
            <a:off x="685800" y="1051560"/>
            <a:ext cx="16916400" cy="1188720"/>
          </a:xfrm>
          <a:prstGeom prst="rect">
            <a:avLst/>
          </a:prstGeom>
          <a:noFill/>
        </p:spPr>
        <p:txBody>
          <a:bodyPr wrap="square" lIns="109728" rIns="109728" tIns="91440" bIns="91440">
            <a:noAutofit/>
          </a:bodyPr>
          <a:lstStyle/>
          <a:p>
            <a:pPr>
              <a:defRPr sz="3800" b="1">
                <a:solidFill>
                  <a:srgbClr val="DCAA5A"/>
                </a:solidFill>
                <a:latin typeface="Calibri"/>
              </a:defRPr>
            </a:pPr>
            <a:r>
              <a:t>Eastertide Celebration</a:t>
            </a:r>
          </a:p>
        </p:txBody>
      </p:sp>
      <p:sp>
        <p:nvSpPr>
          <p:cNvPr id="3" name="TextBox 2"/>
          <p:cNvSpPr txBox="1"/>
          <p:nvPr/>
        </p:nvSpPr>
        <p:spPr>
          <a:xfrm>
            <a:off x="685800" y="2377440"/>
            <a:ext cx="16916400" cy="1691640"/>
          </a:xfrm>
          <a:prstGeom prst="rect">
            <a:avLst/>
          </a:prstGeom>
          <a:noFill/>
        </p:spPr>
        <p:txBody>
          <a:bodyPr wrap="square" lIns="109728" rIns="109728" tIns="91440" bIns="91440">
            <a:noAutofit/>
          </a:bodyPr>
          <a:lstStyle/>
          <a:p>
            <a:pPr>
              <a:spcAft>
                <a:spcPts val="400"/>
              </a:spcAft>
              <a:defRPr sz="2100" b="0">
                <a:solidFill>
                  <a:srgbClr val="F5F5F5"/>
                </a:solidFill>
                <a:latin typeface="Calibri"/>
              </a:defRPr>
            </a:pPr>
            <a:r>
              <a:t>Celebrant: yuhu</a:t>
            </a:r>
            <a:br/>
            <a:r>
              <a:t>Date: 2026-05-10</a:t>
            </a:r>
          </a:p>
          <a:p>
            <a:pPr>
              <a:spcAft>
                <a:spcPts val="400"/>
              </a:spcAft>
              <a:defRPr sz="2100" b="0">
                <a:solidFill>
                  <a:srgbClr val="F5F5F5"/>
                </a:solidFill>
                <a:latin typeface="Calibri"/>
              </a:defRPr>
            </a:pPr>
            <a:r>
              <a:t>Season: Eastertide</a:t>
            </a:r>
            <a:br/>
            <a:r>
              <a:t>Sunday Lectionary: Year A</a:t>
            </a:r>
          </a:p>
          <a:p>
            <a:pPr>
              <a:spcAft>
                <a:spcPts val="400"/>
              </a:spcAft>
              <a:defRPr sz="2100" b="0">
                <a:solidFill>
                  <a:srgbClr val="F5F5F5"/>
                </a:solidFill>
                <a:latin typeface="Calibri"/>
              </a:defRPr>
            </a:pPr>
            <a:r>
              <a:t>Gospel (John 14:15-21) — excerpt</a:t>
            </a:r>
            <a:br/>
            <a:r>
              <a:t>“If you love me, you will keep my commandments.”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121216"/>
        </a:solidFill>
        <a:effectLst/>
      </p:bgPr>
    </p:bg>
    <p:spTree>
      <p:nvGrpSpPr>
        <p:cNvPr id="1" name=""/>
        <p:cNvGrpSpPr/>
        <p:nvPr/>
      </p:nvGrpSpPr>
      <p:grpSpPr/>
      <p:sp>
        <p:nvSpPr>
          <p:cNvPr id="2" name="TextBox 1"/>
          <p:cNvSpPr txBox="1"/>
          <p:nvPr/>
        </p:nvSpPr>
        <p:spPr>
          <a:xfrm>
            <a:off x="685800" y="457200"/>
            <a:ext cx="16916400" cy="822960"/>
          </a:xfrm>
          <a:prstGeom prst="rect">
            <a:avLst/>
          </a:prstGeom>
          <a:noFill/>
        </p:spPr>
        <p:txBody>
          <a:bodyPr wrap="square" lIns="109728" rIns="109728" tIns="91440" bIns="91440">
            <a:noAutofit/>
          </a:bodyPr>
          <a:lstStyle/>
          <a:p>
            <a:pPr>
              <a:defRPr sz="3200" b="1">
                <a:solidFill>
                  <a:srgbClr val="DCAA5A"/>
                </a:solidFill>
                <a:latin typeface="Calibri"/>
              </a:defRPr>
            </a:pPr>
            <a:r>
              <a:t>First Reading</a:t>
            </a:r>
          </a:p>
        </p:txBody>
      </p:sp>
      <p:sp>
        <p:nvSpPr>
          <p:cNvPr id="3" name="TextBox 2"/>
          <p:cNvSpPr txBox="1"/>
          <p:nvPr/>
        </p:nvSpPr>
        <p:spPr>
          <a:xfrm>
            <a:off x="685800" y="1298448"/>
            <a:ext cx="16916400" cy="475488"/>
          </a:xfrm>
          <a:prstGeom prst="rect">
            <a:avLst/>
          </a:prstGeom>
          <a:noFill/>
        </p:spPr>
        <p:txBody>
          <a:bodyPr wrap="square" lIns="109728" rIns="109728" tIns="91440" bIns="91440">
            <a:noAutofit/>
          </a:bodyPr>
          <a:lstStyle/>
          <a:p>
            <a:pPr>
              <a:defRPr sz="1500" b="0">
                <a:solidFill>
                  <a:srgbClr val="9B9BA5"/>
                </a:solidFill>
                <a:latin typeface="Calibri"/>
              </a:defRPr>
            </a:pPr>
            <a:r>
              <a:t>Acts 8:5-8, 14-17</a:t>
            </a:r>
          </a:p>
        </p:txBody>
      </p:sp>
      <p:sp>
        <p:nvSpPr>
          <p:cNvPr id="4" name="TextBox 3"/>
          <p:cNvSpPr txBox="1"/>
          <p:nvPr/>
        </p:nvSpPr>
        <p:spPr>
          <a:xfrm>
            <a:off x="685800" y="1874520"/>
            <a:ext cx="16916400" cy="7726680"/>
          </a:xfrm>
          <a:prstGeom prst="rect">
            <a:avLst/>
          </a:prstGeom>
          <a:noFill/>
        </p:spPr>
        <p:txBody>
          <a:bodyPr wrap="square" lIns="109728" rIns="109728" tIns="91440" bIns="91440">
            <a:noAutofit/>
          </a:bodyPr>
          <a:lstStyle/>
          <a:p>
            <a:pPr>
              <a:spcAft>
                <a:spcPts val="400"/>
              </a:spcAft>
              <a:defRPr sz="2000" b="0">
                <a:solidFill>
                  <a:srgbClr val="F5F5F5"/>
                </a:solidFill>
                <a:latin typeface="Calibri"/>
              </a:defRPr>
            </a:pPr>
            <a:r>
              <a:t>Philip went down to the city of Samaria and proclaimed the Christ to them. With one accord, the crowds paid attention to what was said by Philip when they heard it and saw the signs he was doing. For unclean spirits, crying out in a loud voice, came out of many possessed people, and many paralyzed or crippled people were cured. There was great joy in that city. Now when the apostles in Jerusalem heard that Samaria had accepted the word of God, they sent them Peter and John, who went down and prayed for them, that they might receive the Holy Spirit, for it had not yet fallen upon any of them; they had only been baptized in the name of the Lord Jesus. Then they laid hands on them and they received the Holy Spirit.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121216"/>
        </a:solidFill>
        <a:effectLst/>
      </p:bgPr>
    </p:bg>
    <p:spTree>
      <p:nvGrpSpPr>
        <p:cNvPr id="1" name=""/>
        <p:cNvGrpSpPr/>
        <p:nvPr/>
      </p:nvGrpSpPr>
      <p:grpSpPr/>
      <p:sp>
        <p:nvSpPr>
          <p:cNvPr id="2" name="TextBox 1"/>
          <p:cNvSpPr txBox="1"/>
          <p:nvPr/>
        </p:nvSpPr>
        <p:spPr>
          <a:xfrm>
            <a:off x="685800" y="457200"/>
            <a:ext cx="16916400" cy="822960"/>
          </a:xfrm>
          <a:prstGeom prst="rect">
            <a:avLst/>
          </a:prstGeom>
          <a:noFill/>
        </p:spPr>
        <p:txBody>
          <a:bodyPr wrap="square" lIns="109728" rIns="109728" tIns="91440" bIns="91440">
            <a:noAutofit/>
          </a:bodyPr>
          <a:lstStyle/>
          <a:p>
            <a:pPr>
              <a:defRPr sz="3200" b="1">
                <a:solidFill>
                  <a:srgbClr val="DCAA5A"/>
                </a:solidFill>
                <a:latin typeface="Calibri"/>
              </a:defRPr>
            </a:pPr>
            <a:r>
              <a:t>Responsorial Psalm</a:t>
            </a:r>
          </a:p>
        </p:txBody>
      </p:sp>
      <p:sp>
        <p:nvSpPr>
          <p:cNvPr id="3" name="TextBox 2"/>
          <p:cNvSpPr txBox="1"/>
          <p:nvPr/>
        </p:nvSpPr>
        <p:spPr>
          <a:xfrm>
            <a:off x="685800" y="1298448"/>
            <a:ext cx="16916400" cy="475488"/>
          </a:xfrm>
          <a:prstGeom prst="rect">
            <a:avLst/>
          </a:prstGeom>
          <a:noFill/>
        </p:spPr>
        <p:txBody>
          <a:bodyPr wrap="square" lIns="109728" rIns="109728" tIns="91440" bIns="91440">
            <a:noAutofit/>
          </a:bodyPr>
          <a:lstStyle/>
          <a:p>
            <a:pPr>
              <a:defRPr sz="1500" b="0">
                <a:solidFill>
                  <a:srgbClr val="9B9BA5"/>
                </a:solidFill>
                <a:latin typeface="Calibri"/>
              </a:defRPr>
            </a:pPr>
            <a:r>
              <a:t>Psalm 66:1-3, 4-5, 6-7, 16, 20</a:t>
            </a:r>
          </a:p>
        </p:txBody>
      </p:sp>
      <p:sp>
        <p:nvSpPr>
          <p:cNvPr id="4" name="TextBox 3"/>
          <p:cNvSpPr txBox="1"/>
          <p:nvPr/>
        </p:nvSpPr>
        <p:spPr>
          <a:xfrm>
            <a:off x="685800" y="1874520"/>
            <a:ext cx="16916400" cy="7726680"/>
          </a:xfrm>
          <a:prstGeom prst="rect">
            <a:avLst/>
          </a:prstGeom>
          <a:noFill/>
        </p:spPr>
        <p:txBody>
          <a:bodyPr wrap="square" lIns="109728" rIns="109728" tIns="91440" bIns="91440">
            <a:noAutofit/>
          </a:bodyPr>
          <a:lstStyle/>
          <a:p>
            <a:pPr>
              <a:spcAft>
                <a:spcPts val="400"/>
              </a:spcAft>
              <a:defRPr sz="2000" b="0">
                <a:solidFill>
                  <a:srgbClr val="F5F5F5"/>
                </a:solidFill>
                <a:latin typeface="Calibri"/>
              </a:defRPr>
            </a:pPr>
            <a:r>
              <a:t>R. (1) Let all the earth cry out to God with joy. or: R. Alleluia. Shout joyfully to God, all the earth, sing praise to the glory of his name; proclaim his glorious praise. Say to God, “How tremendous are your deeds!” R. Let all the earth cry out to God with joy. or: R. Alleluia. “Let all on earth worship and sing praise to you, sing praise to your name!” Come and see the works of God, his tremendous deeds among the children of Adam. R. Let all the earth cry out to God with joy. or: R. Alleluia. He has changed the sea into dry land; through the river they passed on foot; therefore let us rejoice in him. He rules by his might forever. R. Let all the earth cry out to God with joy. or: R. Alleluia. Hear now, all you who fear God, while I declare what he has done for me. Blessed be God who refused me not my prayer or his kindness! R. Let all the earth cry out to God with joy. or: R. Alleluia.</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21216"/>
        </a:solidFill>
        <a:effectLst/>
      </p:bgPr>
    </p:bg>
    <p:spTree>
      <p:nvGrpSpPr>
        <p:cNvPr id="1" name=""/>
        <p:cNvGrpSpPr/>
        <p:nvPr/>
      </p:nvGrpSpPr>
      <p:grpSpPr/>
      <p:sp>
        <p:nvSpPr>
          <p:cNvPr id="2" name="TextBox 1"/>
          <p:cNvSpPr txBox="1"/>
          <p:nvPr/>
        </p:nvSpPr>
        <p:spPr>
          <a:xfrm>
            <a:off x="685800" y="457200"/>
            <a:ext cx="16916400" cy="822960"/>
          </a:xfrm>
          <a:prstGeom prst="rect">
            <a:avLst/>
          </a:prstGeom>
          <a:noFill/>
        </p:spPr>
        <p:txBody>
          <a:bodyPr wrap="square" lIns="109728" rIns="109728" tIns="91440" bIns="91440">
            <a:noAutofit/>
          </a:bodyPr>
          <a:lstStyle/>
          <a:p>
            <a:pPr>
              <a:defRPr sz="3200" b="1">
                <a:solidFill>
                  <a:srgbClr val="DCAA5A"/>
                </a:solidFill>
                <a:latin typeface="Calibri"/>
              </a:defRPr>
            </a:pPr>
            <a:r>
              <a:t>Second Reading</a:t>
            </a:r>
          </a:p>
        </p:txBody>
      </p:sp>
      <p:sp>
        <p:nvSpPr>
          <p:cNvPr id="3" name="TextBox 2"/>
          <p:cNvSpPr txBox="1"/>
          <p:nvPr/>
        </p:nvSpPr>
        <p:spPr>
          <a:xfrm>
            <a:off x="685800" y="1298448"/>
            <a:ext cx="16916400" cy="475488"/>
          </a:xfrm>
          <a:prstGeom prst="rect">
            <a:avLst/>
          </a:prstGeom>
          <a:noFill/>
        </p:spPr>
        <p:txBody>
          <a:bodyPr wrap="square" lIns="109728" rIns="109728" tIns="91440" bIns="91440">
            <a:noAutofit/>
          </a:bodyPr>
          <a:lstStyle/>
          <a:p>
            <a:pPr>
              <a:defRPr sz="1500" b="0">
                <a:solidFill>
                  <a:srgbClr val="9B9BA5"/>
                </a:solidFill>
                <a:latin typeface="Calibri"/>
              </a:defRPr>
            </a:pPr>
            <a:r>
              <a:t>1 Peter 3:15-18</a:t>
            </a:r>
          </a:p>
        </p:txBody>
      </p:sp>
      <p:sp>
        <p:nvSpPr>
          <p:cNvPr id="4" name="TextBox 3"/>
          <p:cNvSpPr txBox="1"/>
          <p:nvPr/>
        </p:nvSpPr>
        <p:spPr>
          <a:xfrm>
            <a:off x="685800" y="1874520"/>
            <a:ext cx="16916400" cy="7726680"/>
          </a:xfrm>
          <a:prstGeom prst="rect">
            <a:avLst/>
          </a:prstGeom>
          <a:noFill/>
        </p:spPr>
        <p:txBody>
          <a:bodyPr wrap="square" lIns="109728" rIns="109728" tIns="91440" bIns="91440">
            <a:noAutofit/>
          </a:bodyPr>
          <a:lstStyle/>
          <a:p>
            <a:pPr>
              <a:spcAft>
                <a:spcPts val="400"/>
              </a:spcAft>
              <a:defRPr sz="2000" b="0">
                <a:solidFill>
                  <a:srgbClr val="F5F5F5"/>
                </a:solidFill>
                <a:latin typeface="Calibri"/>
              </a:defRPr>
            </a:pPr>
            <a:r>
              <a:t>Beloved: Sanctify Christ as Lord in your hearts. Always be ready to give an explanation to anyone who asks you for a reason for your hope, but do it with gentleness and reverence, keeping your conscience clear, so that, when you are maligned, those who defame your good conduct in Christ may themselves be put to shame. For it is better to suffer for doing good, if that be the will of God, than for doing evil. For Christ also suffered for sins once, the righteous for the sake of the unrighteous, that he might lead you to God. Put to death in the flesh, he was brought to life in the Spirit.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121216"/>
        </a:solidFill>
        <a:effectLst/>
      </p:bgPr>
    </p:bg>
    <p:spTree>
      <p:nvGrpSpPr>
        <p:cNvPr id="1" name=""/>
        <p:cNvGrpSpPr/>
        <p:nvPr/>
      </p:nvGrpSpPr>
      <p:grpSpPr/>
      <p:sp>
        <p:nvSpPr>
          <p:cNvPr id="2" name="TextBox 1"/>
          <p:cNvSpPr txBox="1"/>
          <p:nvPr/>
        </p:nvSpPr>
        <p:spPr>
          <a:xfrm>
            <a:off x="685800" y="457200"/>
            <a:ext cx="16916400" cy="822960"/>
          </a:xfrm>
          <a:prstGeom prst="rect">
            <a:avLst/>
          </a:prstGeom>
          <a:noFill/>
        </p:spPr>
        <p:txBody>
          <a:bodyPr wrap="square" lIns="109728" rIns="109728" tIns="91440" bIns="91440">
            <a:noAutofit/>
          </a:bodyPr>
          <a:lstStyle/>
          <a:p>
            <a:pPr>
              <a:defRPr sz="3200" b="1">
                <a:solidFill>
                  <a:srgbClr val="DCAA5A"/>
                </a:solidFill>
                <a:latin typeface="Calibri"/>
              </a:defRPr>
            </a:pPr>
            <a:r>
              <a:t>Gospel</a:t>
            </a:r>
          </a:p>
        </p:txBody>
      </p:sp>
      <p:sp>
        <p:nvSpPr>
          <p:cNvPr id="3" name="TextBox 2"/>
          <p:cNvSpPr txBox="1"/>
          <p:nvPr/>
        </p:nvSpPr>
        <p:spPr>
          <a:xfrm>
            <a:off x="685800" y="1298448"/>
            <a:ext cx="16916400" cy="475488"/>
          </a:xfrm>
          <a:prstGeom prst="rect">
            <a:avLst/>
          </a:prstGeom>
          <a:noFill/>
        </p:spPr>
        <p:txBody>
          <a:bodyPr wrap="square" lIns="109728" rIns="109728" tIns="91440" bIns="91440">
            <a:noAutofit/>
          </a:bodyPr>
          <a:lstStyle/>
          <a:p>
            <a:pPr>
              <a:defRPr sz="1500" b="0">
                <a:solidFill>
                  <a:srgbClr val="9B9BA5"/>
                </a:solidFill>
                <a:latin typeface="Calibri"/>
              </a:defRPr>
            </a:pPr>
            <a:r>
              <a:t>John 14:15-21</a:t>
            </a:r>
          </a:p>
        </p:txBody>
      </p:sp>
      <p:sp>
        <p:nvSpPr>
          <p:cNvPr id="4" name="TextBox 3"/>
          <p:cNvSpPr txBox="1"/>
          <p:nvPr/>
        </p:nvSpPr>
        <p:spPr>
          <a:xfrm>
            <a:off x="685800" y="1874520"/>
            <a:ext cx="16916400" cy="7726680"/>
          </a:xfrm>
          <a:prstGeom prst="rect">
            <a:avLst/>
          </a:prstGeom>
          <a:noFill/>
        </p:spPr>
        <p:txBody>
          <a:bodyPr wrap="square" lIns="109728" rIns="109728" tIns="91440" bIns="91440">
            <a:noAutofit/>
          </a:bodyPr>
          <a:lstStyle/>
          <a:p>
            <a:pPr>
              <a:spcAft>
                <a:spcPts val="400"/>
              </a:spcAft>
              <a:defRPr sz="2000" b="0">
                <a:solidFill>
                  <a:srgbClr val="F5F5F5"/>
                </a:solidFill>
                <a:latin typeface="Calibri"/>
              </a:defRPr>
            </a:pPr>
            <a:r>
              <a:t>Jesus said to his disciples: “If you love me, you will keep my commandments. And I will ask the Father, and he will give you another Advocate to be with you always, the Spirit of truth, whom the world cannot accept, because it neither sees nor knows him. But you know him, because he remains with you, and will be in you. I will not leave you orphans; I will come to you. In a little while the world will no longer see me, but you will see me, because I live and you will live. On that day you will realize that I am in my Father and you are in me and I in you. Whoever has my commandments and observes them is the one who loves me. And whoever loves me will be loved by my Father, and I will love him and reveal myself to him.”</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