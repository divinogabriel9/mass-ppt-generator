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PUT YOUR CELLPHONE ON SILENT MODE DURING THE MASS.</a:t>
            </a:r>
          </a:p>
          <a:p>
            <a:pPr>
              <a:spcAft>
                <a:spcPts val="500"/>
              </a:spcAft>
              <a:defRPr sz="1500" b="0" i="1">
                <a:solidFill>
                  <a:srgbClr val="56515A"/>
                </a:solidFill>
                <a:latin typeface="Calibri"/>
              </a:defRPr>
            </a:pPr>
            <a:r>
              <a:t>Thank you.</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554480"/>
            <a:ext cx="16916400" cy="960120"/>
          </a:xfrm>
          <a:prstGeom prst="rect">
            <a:avLst/>
          </a:prstGeom>
          <a:noFill/>
        </p:spPr>
        <p:txBody>
          <a:bodyPr wrap="square" lIns="109728" rIns="109728" tIns="73152" bIns="73152">
            <a:noAutofit/>
          </a:bodyPr>
          <a:lstStyle/>
          <a:p>
            <a:pPr algn="ctr">
              <a:defRPr sz="3800" b="1" i="0">
                <a:solidFill>
                  <a:srgbClr val="56515A"/>
                </a:solidFill>
                <a:latin typeface="Calibri"/>
              </a:defRPr>
            </a:pPr>
            <a:r>
              <a:t>Eastertide Celebration</a:t>
            </a:r>
          </a:p>
        </p:txBody>
      </p:sp>
      <p:sp>
        <p:nvSpPr>
          <p:cNvPr id="5" name="TextBox 4"/>
          <p:cNvSpPr txBox="1"/>
          <p:nvPr/>
        </p:nvSpPr>
        <p:spPr>
          <a:xfrm>
            <a:off x="685800" y="2606040"/>
            <a:ext cx="16916400" cy="3108960"/>
          </a:xfrm>
          <a:prstGeom prst="rect">
            <a:avLst/>
          </a:prstGeom>
          <a:noFill/>
        </p:spPr>
        <p:txBody>
          <a:bodyPr wrap="square" lIns="109728" rIns="109728" tIns="73152" bIns="73152">
            <a:noAutofit/>
          </a:bodyPr>
          <a:lstStyle/>
          <a:p>
            <a:pPr>
              <a:spcAft>
                <a:spcPts val="500"/>
              </a:spcAft>
              <a:defRPr sz="2100" b="0" i="0">
                <a:solidFill>
                  <a:srgbClr val="1A1A1E"/>
                </a:solidFill>
                <a:latin typeface="Calibri"/>
              </a:defRPr>
            </a:pPr>
            <a:r>
              <a:t>2026-05-10</a:t>
            </a:r>
          </a:p>
          <a:p>
            <a:pPr>
              <a:spcAft>
                <a:spcPts val="500"/>
              </a:spcAft>
              <a:defRPr sz="2100" b="0" i="0">
                <a:solidFill>
                  <a:srgbClr val="1A1A1E"/>
                </a:solidFill>
                <a:latin typeface="Calibri"/>
              </a:defRPr>
            </a:pPr>
            <a:r>
              <a:t>Celebrant: Gabby</a:t>
            </a:r>
          </a:p>
          <a:p>
            <a:pPr>
              <a:spcAft>
                <a:spcPts val="500"/>
              </a:spcAft>
              <a:defRPr sz="2100" b="0" i="0">
                <a:solidFill>
                  <a:srgbClr val="1A1A1E"/>
                </a:solidFill>
                <a:latin typeface="Calibri"/>
              </a:defRPr>
            </a:pPr>
            <a:r>
              <a:t>Gospel: John 14:15-21</a:t>
            </a:r>
            <a:br/>
            <a:r>
              <a:t>Season: Eastertide · Sunday Lectionary Year A</a:t>
            </a:r>
          </a:p>
          <a:p>
            <a:pPr>
              <a:spcAft>
                <a:spcPts val="500"/>
              </a:spcAft>
              <a:defRPr sz="2100" b="0" i="0">
                <a:solidFill>
                  <a:srgbClr val="1A1A1E"/>
                </a:solidFill>
                <a:latin typeface="Calibri"/>
              </a:defRPr>
            </a:pPr>
            <a:r>
              <a:t>Excerpt:</a:t>
            </a:r>
            <a:br/>
            <a:r>
              <a:t>“I will pray to the Father, and he will give you another Counselor, that he may be with you forever,— the Spirit of truth, whom the world can't receive; for it doesn't see him, neither knows him.”</a:t>
            </a:r>
          </a:p>
          <a:p>
            <a:pPr>
              <a:spcAft>
                <a:spcPts val="500"/>
              </a:spcAft>
              <a:defRPr sz="2100" b="0" i="0">
                <a:solidFill>
                  <a:srgbClr val="1A1A1E"/>
                </a:solidFill>
                <a:latin typeface="Calibri"/>
              </a:defRPr>
            </a:pPr>
            <a:r>
              <a:t>Liturgical color: White (easter)</a:t>
            </a:r>
          </a:p>
        </p:txBody>
      </p:sp>
      <p:sp>
        <p:nvSpPr>
          <p:cNvPr id="6" name="TextBox 5"/>
          <p:cNvSpPr txBox="1"/>
          <p:nvPr/>
        </p:nvSpPr>
        <p:spPr>
          <a:xfrm>
            <a:off x="685800" y="9189720"/>
            <a:ext cx="16916400" cy="685800"/>
          </a:xfrm>
          <a:prstGeom prst="rect">
            <a:avLst/>
          </a:prstGeom>
          <a:noFill/>
        </p:spPr>
        <p:txBody>
          <a:bodyPr wrap="square" lIns="109728" rIns="109728" tIns="73152" bIns="73152">
            <a:noAutofit/>
          </a:bodyPr>
          <a:lstStyle/>
          <a:p>
            <a:pPr>
              <a:spcAft>
                <a:spcPts val="500"/>
              </a:spcAft>
              <a:defRPr sz="1400" b="0" i="0">
                <a:solidFill>
                  <a:srgbClr val="5F5D68"/>
                </a:solidFill>
                <a:latin typeface="Calibri"/>
              </a:defRPr>
            </a:pPr>
            <a:r>
              <a:t>Below: World English Bible (WEB) fallback — verify NABRE on bible.usccb.org.</a:t>
            </a:r>
          </a:p>
        </p:txBody>
      </p:sp>
      <p:sp>
        <p:nvSpPr>
          <p:cNvPr id="7" name="TextBox 6"/>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FFFFFF"/>
                </a:solidFill>
                <a:latin typeface="Calibri"/>
              </a:defRPr>
            </a:pPr>
            <a:r>
              <a:t>Gwangju Catholic Church Community</a:t>
            </a:r>
          </a:p>
        </p:txBody>
      </p:sp>
      <p:sp>
        <p:nvSpPr>
          <p:cNvPr id="4" name="TextBox 3"/>
          <p:cNvSpPr txBox="1"/>
          <p:nvPr/>
        </p:nvSpPr>
        <p:spPr>
          <a:xfrm>
            <a:off x="685800" y="1417320"/>
            <a:ext cx="16916400" cy="777240"/>
          </a:xfrm>
          <a:prstGeom prst="rect">
            <a:avLst/>
          </a:prstGeom>
          <a:noFill/>
        </p:spPr>
        <p:txBody>
          <a:bodyPr wrap="square" lIns="109728" rIns="109728" tIns="73152" bIns="73152">
            <a:noAutofit/>
          </a:bodyPr>
          <a:lstStyle/>
          <a:p>
            <a:pPr algn="ctr">
              <a:defRPr sz="3400" b="1" i="0">
                <a:solidFill>
                  <a:srgbClr val="FFCC4D"/>
                </a:solidFill>
                <a:latin typeface="Georgia"/>
              </a:defRPr>
            </a:pPr>
            <a:r>
              <a:t>All Creatures of Our God and King</a:t>
            </a:r>
          </a:p>
        </p:txBody>
      </p:sp>
      <p:sp>
        <p:nvSpPr>
          <p:cNvPr id="5" name="TextBox 4"/>
          <p:cNvSpPr txBox="1"/>
          <p:nvPr/>
        </p:nvSpPr>
        <p:spPr>
          <a:xfrm>
            <a:off x="685800" y="2331720"/>
            <a:ext cx="16916400" cy="7086600"/>
          </a:xfrm>
          <a:prstGeom prst="rect">
            <a:avLst/>
          </a:prstGeom>
          <a:noFill/>
        </p:spPr>
        <p:txBody>
          <a:bodyPr wrap="square" lIns="109728" rIns="109728" tIns="73152" bIns="73152" anchor="t">
            <a:noAutofit/>
          </a:bodyPr>
          <a:lstStyle/>
          <a:p>
            <a:pPr algn="ctr">
              <a:lnSpc>
                <a:spcPct val="115000"/>
              </a:lnSpc>
              <a:spcAft>
                <a:spcPts val="1400"/>
              </a:spcAft>
              <a:defRPr sz="3800" b="1" i="0">
                <a:solidFill>
                  <a:srgbClr val="FFFFFF"/>
                </a:solidFill>
                <a:latin typeface="Arial Black"/>
              </a:defRPr>
            </a:pPr>
            <a:r>
              <a:t>ALL CREATURES OF OUR GOD AND KING,</a:t>
            </a:r>
          </a:p>
          <a:p>
            <a:pPr algn="ctr">
              <a:lnSpc>
                <a:spcPct val="115000"/>
              </a:lnSpc>
              <a:spcAft>
                <a:spcPts val="1400"/>
              </a:spcAft>
              <a:defRPr sz="3800" b="1" i="0">
                <a:solidFill>
                  <a:srgbClr val="FFFFFF"/>
                </a:solidFill>
                <a:latin typeface="Arial Black"/>
              </a:defRPr>
            </a:pPr>
            <a:r>
              <a:t>LIFT UP YOUR VOICE AND WITH US SING</a:t>
            </a:r>
          </a:p>
          <a:p>
            <a:pPr algn="ctr">
              <a:lnSpc>
                <a:spcPct val="115000"/>
              </a:lnSpc>
              <a:spcAft>
                <a:spcPts val="1400"/>
              </a:spcAft>
              <a:defRPr sz="3800" b="1" i="0">
                <a:solidFill>
                  <a:srgbClr val="FFFFFF"/>
                </a:solidFill>
                <a:latin typeface="Arial Black"/>
              </a:defRPr>
            </a:pPr>
            <a:r>
              <a:t>ALLELUIA, ALLELUIA!</a:t>
            </a:r>
          </a:p>
          <a:p>
            <a:pPr algn="ctr">
              <a:lnSpc>
                <a:spcPct val="115000"/>
              </a:lnSpc>
              <a:spcAft>
                <a:spcPts val="1400"/>
              </a:spcAft>
              <a:defRPr sz="3800" b="1" i="0">
                <a:solidFill>
                  <a:srgbClr val="FFFFFF"/>
                </a:solidFill>
                <a:latin typeface="Arial Black"/>
              </a:defRPr>
            </a:pPr>
            <a:r>
              <a:t>THOU BURNING SUN WITH GOLDEN BEAM,</a:t>
            </a:r>
          </a:p>
          <a:p>
            <a:pPr algn="ctr">
              <a:lnSpc>
                <a:spcPct val="115000"/>
              </a:lnSpc>
              <a:spcAft>
                <a:spcPts val="1400"/>
              </a:spcAft>
              <a:defRPr sz="3800" b="1" i="0">
                <a:solidFill>
                  <a:srgbClr val="FFFFFF"/>
                </a:solidFill>
                <a:latin typeface="Arial Black"/>
              </a:defRPr>
            </a:pPr>
            <a:r>
              <a:t>THOU SILVER MOON WITH SOFTER GLEAM,</a:t>
            </a:r>
          </a:p>
          <a:p>
            <a:pPr algn="ctr">
              <a:lnSpc>
                <a:spcPct val="115000"/>
              </a:lnSpc>
              <a:spcAft>
                <a:spcPts val="1400"/>
              </a:spcAft>
              <a:defRPr sz="3800" b="1" i="0">
                <a:solidFill>
                  <a:srgbClr val="FFFFFF"/>
                </a:solidFill>
                <a:latin typeface="Arial Black"/>
              </a:defRPr>
            </a:pPr>
            <a:r>
              <a:t>O PRAISE HIM, O PRAISE HIM,</a:t>
            </a:r>
          </a:p>
          <a:p>
            <a:pPr algn="ctr">
              <a:lnSpc>
                <a:spcPct val="115000"/>
              </a:lnSpc>
              <a:spcAft>
                <a:spcPts val="1400"/>
              </a:spcAft>
              <a:defRPr sz="3800" b="1" i="0">
                <a:solidFill>
                  <a:srgbClr val="FFFFFF"/>
                </a:solidFill>
                <a:latin typeface="Arial Black"/>
              </a:defRPr>
            </a:pPr>
            <a:r>
              <a:t>ALLELUIA, ALLELUIA, ALLELUIA!</a:t>
            </a:r>
          </a:p>
          <a:p>
            <a:pPr algn="ctr">
              <a:lnSpc>
                <a:spcPct val="115000"/>
              </a:lnSpc>
              <a:spcAft>
                <a:spcPts val="1400"/>
              </a:spcAft>
              <a:defRPr sz="3800" b="1" i="0">
                <a:solidFill>
                  <a:srgbClr val="FFFFFF"/>
                </a:solidFill>
                <a:latin typeface="Arial Black"/>
              </a:defRPr>
            </a:pPr>
            <a:r>
              <a:t>THOU RUSHING WIND THAT ART SO STRONG,</a:t>
            </a:r>
          </a:p>
          <a:p>
            <a:pPr algn="ctr">
              <a:lnSpc>
                <a:spcPct val="115000"/>
              </a:lnSpc>
              <a:spcAft>
                <a:spcPts val="1400"/>
              </a:spcAft>
              <a:defRPr sz="3800" b="1" i="0">
                <a:solidFill>
                  <a:srgbClr val="FFFFFF"/>
                </a:solidFill>
                <a:latin typeface="Arial Black"/>
              </a:defRPr>
            </a:pPr>
            <a:r>
              <a:t>YE CLOUDS THAT SAIL IN HEAV'N ALONG,</a:t>
            </a:r>
          </a:p>
          <a:p>
            <a:pPr algn="ctr">
              <a:lnSpc>
                <a:spcPct val="115000"/>
              </a:lnSpc>
              <a:spcAft>
                <a:spcPts val="1400"/>
              </a:spcAft>
              <a:defRPr sz="3800" b="1" i="0">
                <a:solidFill>
                  <a:srgbClr val="FFFFFF"/>
                </a:solidFill>
                <a:latin typeface="Arial Black"/>
              </a:defRPr>
            </a:pPr>
            <a:r>
              <a:t>O PRAISE HIM, ALLELUIA!</a:t>
            </a:r>
          </a:p>
          <a:p>
            <a:pPr algn="ctr">
              <a:lnSpc>
                <a:spcPct val="115000"/>
              </a:lnSpc>
              <a:spcAft>
                <a:spcPts val="1400"/>
              </a:spcAft>
              <a:defRPr sz="3800" b="1" i="0">
                <a:solidFill>
                  <a:srgbClr val="FFFFFF"/>
                </a:solidFill>
                <a:latin typeface="Arial Black"/>
              </a:defRPr>
            </a:pPr>
            <a:r>
              <a:t>THOU RISING MORN, IN PRAISE REJOICE,</a:t>
            </a:r>
          </a:p>
          <a:p>
            <a:pPr algn="ctr">
              <a:lnSpc>
                <a:spcPct val="115000"/>
              </a:lnSpc>
              <a:spcAft>
                <a:spcPts val="1400"/>
              </a:spcAft>
              <a:defRPr sz="3800" b="1" i="0">
                <a:solidFill>
                  <a:srgbClr val="FFFFFF"/>
                </a:solidFill>
                <a:latin typeface="Arial Black"/>
              </a:defRPr>
            </a:pPr>
            <a:r>
              <a:t>YE LIGHTS OF EVENING, FIND A VOICE,</a:t>
            </a:r>
          </a:p>
          <a:p>
            <a:pPr algn="ctr">
              <a:lnSpc>
                <a:spcPct val="115000"/>
              </a:lnSpc>
              <a:spcAft>
                <a:spcPts val="1400"/>
              </a:spcAft>
              <a:defRPr sz="3800" b="1" i="0">
                <a:solidFill>
                  <a:srgbClr val="FFFFFF"/>
                </a:solidFill>
                <a:latin typeface="Arial Black"/>
              </a:defRPr>
            </a:pPr>
            <a:r>
              <a:t>O PRAISE HIM, O PRAISE HIM,</a:t>
            </a:r>
          </a:p>
          <a:p>
            <a:pPr algn="ctr">
              <a:lnSpc>
                <a:spcPct val="115000"/>
              </a:lnSpc>
              <a:spcAft>
                <a:spcPts val="1400"/>
              </a:spcAft>
              <a:defRPr sz="3800" b="1" i="0">
                <a:solidFill>
                  <a:srgbClr val="FFFFFF"/>
                </a:solidFill>
                <a:latin typeface="Arial Black"/>
              </a:defRPr>
            </a:pPr>
            <a:r>
              <a:t>ALLELUIA, ALLELUIA, ALLELUIA!</a:t>
            </a:r>
          </a:p>
          <a:p>
            <a:pPr algn="ctr">
              <a:lnSpc>
                <a:spcPct val="115000"/>
              </a:lnSpc>
              <a:spcAft>
                <a:spcPts val="1400"/>
              </a:spcAft>
              <a:defRPr sz="3800" b="1" i="0">
                <a:solidFill>
                  <a:srgbClr val="FFFFFF"/>
                </a:solidFill>
                <a:latin typeface="Arial Black"/>
              </a:defRPr>
            </a:pPr>
            <a:r>
              <a:t>THOU FLOWING WATER, PURE AND CLEAR,</a:t>
            </a:r>
          </a:p>
        </p:txBody>
      </p:sp>
      <p:sp>
        <p:nvSpPr>
          <p:cNvPr id="6" name="TextBox 5"/>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8C8C91"/>
                </a:solidFill>
                <a:latin typeface="Calibri"/>
              </a:defRPr>
            </a:pPr>
            <a:r>
              <a:t>Gwangju Catholic Church Community</a:t>
            </a:r>
          </a:p>
          <a:p>
            <a:pPr>
              <a:spcBef>
                <a:spcPts val="200"/>
              </a:spcBef>
              <a:defRPr sz="1200" b="0" i="0">
                <a:solidFill>
                  <a:srgbClr val="FFCC4D"/>
                </a:solidFill>
                <a:latin typeface="Calibri"/>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FFFFFF"/>
                </a:solidFill>
                <a:latin typeface="Calibri"/>
              </a:defRPr>
            </a:pPr>
            <a:r>
              <a:t>Gwangju Catholic Church Community</a:t>
            </a:r>
          </a:p>
        </p:txBody>
      </p:sp>
      <p:sp>
        <p:nvSpPr>
          <p:cNvPr id="4" name="TextBox 3"/>
          <p:cNvSpPr txBox="1"/>
          <p:nvPr/>
        </p:nvSpPr>
        <p:spPr>
          <a:xfrm>
            <a:off x="685800" y="1417320"/>
            <a:ext cx="16916400" cy="8001000"/>
          </a:xfrm>
          <a:prstGeom prst="rect">
            <a:avLst/>
          </a:prstGeom>
          <a:noFill/>
        </p:spPr>
        <p:txBody>
          <a:bodyPr wrap="square" lIns="109728" rIns="109728" tIns="73152" bIns="73152" anchor="ctr">
            <a:noAutofit/>
          </a:bodyPr>
          <a:lstStyle/>
          <a:p>
            <a:pPr algn="ctr">
              <a:lnSpc>
                <a:spcPct val="115000"/>
              </a:lnSpc>
              <a:spcAft>
                <a:spcPts val="1400"/>
              </a:spcAft>
              <a:defRPr sz="3800" b="1" i="0">
                <a:solidFill>
                  <a:srgbClr val="FFFFFF"/>
                </a:solidFill>
                <a:latin typeface="Arial Black"/>
              </a:defRPr>
            </a:pPr>
            <a:r>
              <a:t>MAKE MUSIC FOR THY LORD TO HEAR,</a:t>
            </a:r>
          </a:p>
          <a:p>
            <a:pPr algn="ctr">
              <a:lnSpc>
                <a:spcPct val="115000"/>
              </a:lnSpc>
              <a:spcAft>
                <a:spcPts val="1400"/>
              </a:spcAft>
              <a:defRPr sz="3800" b="1" i="0">
                <a:solidFill>
                  <a:srgbClr val="FFFFFF"/>
                </a:solidFill>
                <a:latin typeface="Arial Black"/>
              </a:defRPr>
            </a:pPr>
            <a:r>
              <a:t>ALLELUIA, ALLELUIA!</a:t>
            </a:r>
          </a:p>
          <a:p>
            <a:pPr algn="ctr">
              <a:lnSpc>
                <a:spcPct val="115000"/>
              </a:lnSpc>
              <a:spcAft>
                <a:spcPts val="1400"/>
              </a:spcAft>
              <a:defRPr sz="3800" b="1" i="0">
                <a:solidFill>
                  <a:srgbClr val="FFFFFF"/>
                </a:solidFill>
                <a:latin typeface="Arial Black"/>
              </a:defRPr>
            </a:pPr>
            <a:r>
              <a:t>WHATSOEVER FOLK THERE BE</a:t>
            </a:r>
          </a:p>
          <a:p>
            <a:pPr algn="ctr">
              <a:lnSpc>
                <a:spcPct val="115000"/>
              </a:lnSpc>
              <a:spcAft>
                <a:spcPts val="1400"/>
              </a:spcAft>
              <a:defRPr sz="3800" b="1" i="0">
                <a:solidFill>
                  <a:srgbClr val="FFFFFF"/>
                </a:solidFill>
                <a:latin typeface="Arial Black"/>
              </a:defRPr>
            </a:pPr>
            <a:r>
              <a:t>WHO HOLD HIGH SPRING IN DIGNITY,</a:t>
            </a:r>
          </a:p>
          <a:p>
            <a:pPr algn="ctr">
              <a:lnSpc>
                <a:spcPct val="115000"/>
              </a:lnSpc>
              <a:spcAft>
                <a:spcPts val="1400"/>
              </a:spcAft>
              <a:defRPr sz="3800" b="1" i="0">
                <a:solidFill>
                  <a:srgbClr val="FFFFFF"/>
                </a:solidFill>
                <a:latin typeface="Arial Black"/>
              </a:defRPr>
            </a:pPr>
            <a:r>
              <a:t>O PRAISE HIM, ALLELUIA!</a:t>
            </a:r>
          </a:p>
          <a:p>
            <a:pPr algn="ctr">
              <a:lnSpc>
                <a:spcPct val="115000"/>
              </a:lnSpc>
              <a:spcAft>
                <a:spcPts val="1400"/>
              </a:spcAft>
              <a:defRPr sz="3800" b="1" i="0">
                <a:solidFill>
                  <a:srgbClr val="FFFFFF"/>
                </a:solidFill>
                <a:latin typeface="Arial Black"/>
              </a:defRPr>
            </a:pPr>
            <a:r>
              <a:t>AND ALL YE MEN OF TENDER HEART,</a:t>
            </a:r>
          </a:p>
          <a:p>
            <a:pPr algn="ctr">
              <a:lnSpc>
                <a:spcPct val="115000"/>
              </a:lnSpc>
              <a:spcAft>
                <a:spcPts val="1400"/>
              </a:spcAft>
              <a:defRPr sz="3800" b="1" i="0">
                <a:solidFill>
                  <a:srgbClr val="FFFFFF"/>
                </a:solidFill>
                <a:latin typeface="Arial Black"/>
              </a:defRPr>
            </a:pPr>
            <a:r>
              <a:t>FORGIVING OTHERS, TAKE YOUR PART,</a:t>
            </a:r>
          </a:p>
          <a:p>
            <a:pPr algn="ctr">
              <a:lnSpc>
                <a:spcPct val="115000"/>
              </a:lnSpc>
              <a:spcAft>
                <a:spcPts val="1400"/>
              </a:spcAft>
              <a:defRPr sz="3800" b="1" i="0">
                <a:solidFill>
                  <a:srgbClr val="FFFFFF"/>
                </a:solidFill>
                <a:latin typeface="Arial Black"/>
              </a:defRPr>
            </a:pPr>
            <a:r>
              <a:t>O SING YE, ALLELUIA!</a:t>
            </a:r>
          </a:p>
          <a:p>
            <a:pPr algn="ctr">
              <a:lnSpc>
                <a:spcPct val="115000"/>
              </a:lnSpc>
              <a:spcAft>
                <a:spcPts val="1400"/>
              </a:spcAft>
              <a:defRPr sz="3800" b="1" i="0">
                <a:solidFill>
                  <a:srgbClr val="FFFFFF"/>
                </a:solidFill>
                <a:latin typeface="Arial Black"/>
              </a:defRPr>
            </a:pPr>
            <a:r>
              <a:t>YE WHO LONG PAIN AND SORROW BEAR,</a:t>
            </a:r>
          </a:p>
          <a:p>
            <a:pPr algn="ctr">
              <a:lnSpc>
                <a:spcPct val="115000"/>
              </a:lnSpc>
              <a:spcAft>
                <a:spcPts val="1400"/>
              </a:spcAft>
              <a:defRPr sz="3800" b="1" i="0">
                <a:solidFill>
                  <a:srgbClr val="FFFFFF"/>
                </a:solidFill>
                <a:latin typeface="Arial Black"/>
              </a:defRPr>
            </a:pPr>
            <a:r>
              <a:t>PRAISE GOD AND ON HIM CAST YOUR CARE,</a:t>
            </a:r>
          </a:p>
          <a:p>
            <a:pPr algn="ctr">
              <a:lnSpc>
                <a:spcPct val="115000"/>
              </a:lnSpc>
              <a:spcAft>
                <a:spcPts val="1400"/>
              </a:spcAft>
              <a:defRPr sz="3800" b="1" i="0">
                <a:solidFill>
                  <a:srgbClr val="FFFFFF"/>
                </a:solidFill>
                <a:latin typeface="Arial Black"/>
              </a:defRPr>
            </a:pPr>
            <a:r>
              <a:t>O PRAISE HIM, ALLELUIA!</a:t>
            </a:r>
          </a:p>
          <a:p>
            <a:pPr algn="ctr">
              <a:lnSpc>
                <a:spcPct val="115000"/>
              </a:lnSpc>
              <a:spcAft>
                <a:spcPts val="1400"/>
              </a:spcAft>
              <a:defRPr sz="3800" b="1" i="0">
                <a:solidFill>
                  <a:srgbClr val="FFFFFF"/>
                </a:solidFill>
                <a:latin typeface="Arial Black"/>
              </a:defRPr>
            </a:pPr>
            <a:r>
              <a:t>LET ALL THINGS THEIR CREATOR BLESS,</a:t>
            </a:r>
          </a:p>
          <a:p>
            <a:pPr algn="ctr">
              <a:lnSpc>
                <a:spcPct val="115000"/>
              </a:lnSpc>
              <a:spcAft>
                <a:spcPts val="1400"/>
              </a:spcAft>
              <a:defRPr sz="3800" b="1" i="0">
                <a:solidFill>
                  <a:srgbClr val="FFFFFF"/>
                </a:solidFill>
                <a:latin typeface="Arial Black"/>
              </a:defRPr>
            </a:pPr>
            <a:r>
              <a:t>AND WORSHIP HIM IN HUMBLENESS,</a:t>
            </a:r>
          </a:p>
          <a:p>
            <a:pPr algn="ctr">
              <a:lnSpc>
                <a:spcPct val="115000"/>
              </a:lnSpc>
              <a:spcAft>
                <a:spcPts val="1400"/>
              </a:spcAft>
              <a:defRPr sz="3800" b="1" i="0">
                <a:solidFill>
                  <a:srgbClr val="FFFFFF"/>
                </a:solidFill>
                <a:latin typeface="Arial Black"/>
              </a:defRPr>
            </a:pPr>
            <a:r>
              <a:t>O PRAISE HIM, ALLELUIA!</a:t>
            </a:r>
          </a:p>
          <a:p>
            <a:pPr algn="ctr">
              <a:lnSpc>
                <a:spcPct val="115000"/>
              </a:lnSpc>
              <a:spcAft>
                <a:spcPts val="1400"/>
              </a:spcAft>
              <a:defRPr sz="3800" b="1" i="0">
                <a:solidFill>
                  <a:srgbClr val="FFFFFF"/>
                </a:solidFill>
                <a:latin typeface="Arial Black"/>
              </a:defRPr>
            </a:pPr>
            <a:r>
              <a:t>OH, PRAISE THE FATHER, PRAISE THE SON,</a:t>
            </a:r>
          </a:p>
          <a:p>
            <a:pPr algn="ctr">
              <a:lnSpc>
                <a:spcPct val="115000"/>
              </a:lnSpc>
              <a:spcAft>
                <a:spcPts val="1400"/>
              </a:spcAft>
              <a:defRPr sz="3800" b="1" i="0">
                <a:solidFill>
                  <a:srgbClr val="FFFFFF"/>
                </a:solidFill>
                <a:latin typeface="Arial Black"/>
              </a:defRPr>
            </a:pPr>
            <a:r>
              <a:t>AND PRAISE THE SPIRIT, THREE IN ONE,</a:t>
            </a:r>
          </a:p>
          <a:p>
            <a:pPr algn="ctr">
              <a:lnSpc>
                <a:spcPct val="115000"/>
              </a:lnSpc>
              <a:spcAft>
                <a:spcPts val="1400"/>
              </a:spcAft>
              <a:defRPr sz="3800" b="1" i="0">
                <a:solidFill>
                  <a:srgbClr val="FFFFFF"/>
                </a:solidFill>
                <a:latin typeface="Arial Black"/>
              </a:defRPr>
            </a:pPr>
            <a:r>
              <a:t>O PRAISE HIM, ALLELUIA!</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8C8C91"/>
                </a:solidFill>
                <a:latin typeface="Calibri"/>
              </a:defRPr>
            </a:pPr>
            <a:r>
              <a:t>Gwangju Catholic Church Community</a:t>
            </a:r>
          </a:p>
          <a:p>
            <a:pPr>
              <a:spcBef>
                <a:spcPts val="200"/>
              </a:spcBef>
              <a:defRPr sz="1200" b="0" i="0">
                <a:solidFill>
                  <a:srgbClr val="FFCC4D"/>
                </a:solidFill>
                <a:latin typeface="Calibri"/>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737360"/>
            <a:ext cx="16916400" cy="5943600"/>
          </a:xfrm>
          <a:prstGeom prst="rect">
            <a:avLst/>
          </a:prstGeom>
          <a:noFill/>
        </p:spPr>
        <p:txBody>
          <a:bodyPr wrap="square" lIns="109728" rIns="109728" tIns="73152" bIns="73152">
            <a:noAutofit/>
          </a:bodyPr>
          <a:lstStyle/>
          <a:p>
            <a:pPr>
              <a:spcAft>
                <a:spcPts val="300"/>
              </a:spcAft>
              <a:defRPr sz="2100" b="1" i="0">
                <a:solidFill>
                  <a:srgbClr val="56515A"/>
                </a:solidFill>
                <a:latin typeface="Calibri"/>
              </a:defRPr>
            </a:pPr>
            <a:r>
              <a:t>MASS CELEBRANT:</a:t>
            </a:r>
          </a:p>
          <a:p>
            <a:pPr>
              <a:spcAft>
                <a:spcPts val="300"/>
              </a:spcAft>
              <a:defRPr sz="2100" b="0" i="0">
                <a:solidFill>
                  <a:srgbClr val="1A1A1E"/>
                </a:solidFill>
                <a:latin typeface="Calibri"/>
              </a:defRPr>
            </a:pPr>
            <a:r>
              <a:t>Gabby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Gwangju</a:t>
            </a:r>
            <a:br/>
            <a:r>
              <a:t>Catholic</a:t>
            </a:r>
            <a:br/>
            <a:r>
              <a:t>Church</a:t>
            </a:r>
            <a:br/>
            <a:r>
              <a:t>Community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Gospel (John 14:15-21)</a:t>
            </a:r>
          </a:p>
          <a:p>
            <a:pPr>
              <a:spcAft>
                <a:spcPts val="300"/>
              </a:spcAft>
              <a:defRPr sz="2100" b="0" i="0">
                <a:solidFill>
                  <a:srgbClr val="1A1A1E"/>
                </a:solidFill>
                <a:latin typeface="Calibri"/>
              </a:defRPr>
            </a:pPr>
            <a:r>
              <a:t>“I will pray to the Father, and he will give you another Counselor, that he may be with you forever,— the Spirit of truth, whom the world can't receive; for it doesn't see him, neither knows him.”</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YEAR A</a:t>
            </a:r>
          </a:p>
          <a:p>
            <a:pPr>
              <a:spcAft>
                <a:spcPts val="300"/>
              </a:spcAft>
              <a:defRPr sz="2100" b="0" i="0">
                <a:solidFill>
                  <a:srgbClr val="1A1A1E"/>
                </a:solidFill>
                <a:latin typeface="Calibri"/>
              </a:defRPr>
            </a:pPr>
            <a:r>
              <a:t>2026-05-10 · Eastertide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Mass poster / divider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In the Name of the Father, and of the Son, and of the Holy Spirit.</a:t>
            </a:r>
          </a:p>
          <a:p>
            <a:pPr>
              <a:spcAft>
                <a:spcPts val="500"/>
              </a:spcAft>
              <a:defRPr sz="2000" b="1" i="0">
                <a:solidFill>
                  <a:srgbClr val="1A1A1E"/>
                </a:solidFill>
                <a:latin typeface="Calibri"/>
              </a:defRPr>
            </a:pPr>
            <a:r>
              <a:t>Amen.</a:t>
            </a:r>
          </a:p>
          <a:p>
            <a:pPr>
              <a:spcAft>
                <a:spcPts val="500"/>
              </a:spcAft>
              <a:defRPr sz="2000" b="1" i="0">
                <a:solidFill>
                  <a:srgbClr val="56515A"/>
                </a:solidFill>
                <a:latin typeface="Calibri"/>
              </a:defRPr>
            </a:pPr>
            <a:r>
              <a:t>The Lord be with you.</a:t>
            </a:r>
          </a:p>
          <a:p>
            <a:pPr>
              <a:spcAft>
                <a:spcPts val="500"/>
              </a:spcAft>
              <a:defRPr sz="2000" b="1" i="0">
                <a:solidFill>
                  <a:srgbClr val="1A1A1E"/>
                </a:solidFill>
                <a:latin typeface="Calibri"/>
              </a:defRPr>
            </a:pPr>
            <a:r>
              <a:t>And with your spirit.</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Introductory Rites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Brothers and sisters, let us acknowledge our sins, and so prepare ourselves to celebrate the sacred mysteries.</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Penitential 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1A1A1E"/>
                </a:solidFill>
                <a:latin typeface="Calibri"/>
              </a:defRPr>
            </a:pPr>
            <a:r>
              <a:t>I confess to almighty God and to you, my brothers and sisters, that I have greatly sinned in my thoughts and in my words, in what I have done and in what I have failed to do; therefore I ask blessed Mary ever-Virgin, all the Angels and Saints, and you, my brothers and sisters, to pray for me to the Lord our God.</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Penitential 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May almighty God have mercy on us, forgive us our sins, and bring us to everlasting life.</a:t>
            </a:r>
          </a:p>
          <a:p>
            <a:pPr>
              <a:spcAft>
                <a:spcPts val="500"/>
              </a:spcAft>
              <a:defRPr sz="2000" b="1" i="0">
                <a:solidFill>
                  <a:srgbClr val="1A1A1E"/>
                </a:solidFill>
                <a:latin typeface="Calibri"/>
              </a:defRPr>
            </a:pPr>
            <a:r>
              <a:t>Amen.</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Penitential 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1A1A1E"/>
                </a:solidFill>
                <a:latin typeface="Calibri"/>
              </a:defRPr>
            </a:pPr>
            <a:r>
              <a:t>Lord, have mercy.</a:t>
            </a:r>
          </a:p>
          <a:p>
            <a:pPr>
              <a:spcAft>
                <a:spcPts val="500"/>
              </a:spcAft>
              <a:defRPr sz="2000" b="1" i="0">
                <a:solidFill>
                  <a:srgbClr val="1A1A1E"/>
                </a:solidFill>
                <a:latin typeface="Calibri"/>
              </a:defRPr>
            </a:pPr>
            <a:r>
              <a:t>Lord, have mercy.</a:t>
            </a:r>
          </a:p>
          <a:p>
            <a:pPr>
              <a:spcAft>
                <a:spcPts val="500"/>
              </a:spcAft>
              <a:defRPr sz="2000" b="1" i="0">
                <a:solidFill>
                  <a:srgbClr val="1A1A1E"/>
                </a:solidFill>
                <a:latin typeface="Calibri"/>
              </a:defRPr>
            </a:pPr>
            <a:r>
              <a:t>Christ, have mercy.</a:t>
            </a:r>
          </a:p>
          <a:p>
            <a:pPr>
              <a:spcAft>
                <a:spcPts val="500"/>
              </a:spcAft>
              <a:defRPr sz="2000" b="1" i="0">
                <a:solidFill>
                  <a:srgbClr val="1A1A1E"/>
                </a:solidFill>
                <a:latin typeface="Calibri"/>
              </a:defRPr>
            </a:pPr>
            <a:r>
              <a:t>Christ, have mercy.</a:t>
            </a:r>
          </a:p>
          <a:p>
            <a:pPr>
              <a:spcAft>
                <a:spcPts val="500"/>
              </a:spcAft>
              <a:defRPr sz="2000" b="1" i="0">
                <a:solidFill>
                  <a:srgbClr val="1A1A1E"/>
                </a:solidFill>
                <a:latin typeface="Calibri"/>
              </a:defRPr>
            </a:pPr>
            <a:r>
              <a:t>Lord, have mercy.</a:t>
            </a:r>
          </a:p>
          <a:p>
            <a:pPr>
              <a:spcAft>
                <a:spcPts val="500"/>
              </a:spcAft>
              <a:defRPr sz="2000" b="1" i="0">
                <a:solidFill>
                  <a:srgbClr val="1A1A1E"/>
                </a:solidFill>
                <a:latin typeface="Calibri"/>
              </a:defRPr>
            </a:pPr>
            <a:r>
              <a:t>Lord, have mercy.</a:t>
            </a:r>
          </a:p>
          <a:p>
            <a:pPr>
              <a:spcAft>
                <a:spcPts val="500"/>
              </a:spcAft>
              <a:defRPr sz="1500" b="0" i="1">
                <a:solidFill>
                  <a:srgbClr val="56515A"/>
                </a:solidFill>
                <a:latin typeface="Calibri"/>
              </a:defRPr>
            </a:pPr>
            <a:r>
              <a:t>This acclamation may also be sung, or the invocations from the Missal or approved pastoral practice may be used in full.</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Kyrie Eleison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Glory to God in the highest,</a:t>
            </a:r>
          </a:p>
          <a:p>
            <a:pPr>
              <a:spcAft>
                <a:spcPts val="500"/>
              </a:spcAft>
              <a:defRPr sz="1900" b="0" i="0">
                <a:solidFill>
                  <a:srgbClr val="1A1A1E"/>
                </a:solidFill>
                <a:latin typeface="Calibri"/>
              </a:defRPr>
            </a:pPr>
            <a:r>
              <a:t>and on earth peace to people of good will.</a:t>
            </a:r>
          </a:p>
          <a:p>
            <a:pPr>
              <a:spcAft>
                <a:spcPts val="500"/>
              </a:spcAft>
              <a:defRPr sz="1900" b="0" i="0">
                <a:solidFill>
                  <a:srgbClr val="1A1A1E"/>
                </a:solidFill>
                <a:latin typeface="Calibri"/>
              </a:defRPr>
            </a:pPr>
            <a:r>
              <a:t>We praise you,</a:t>
            </a:r>
          </a:p>
          <a:p>
            <a:pPr>
              <a:spcAft>
                <a:spcPts val="500"/>
              </a:spcAft>
              <a:defRPr sz="1900" b="0" i="0">
                <a:solidFill>
                  <a:srgbClr val="1A1A1E"/>
                </a:solidFill>
                <a:latin typeface="Calibri"/>
              </a:defRPr>
            </a:pPr>
            <a:r>
              <a:t>we bless you,</a:t>
            </a:r>
          </a:p>
          <a:p>
            <a:pPr>
              <a:spcAft>
                <a:spcPts val="500"/>
              </a:spcAft>
              <a:defRPr sz="1900" b="0" i="0">
                <a:solidFill>
                  <a:srgbClr val="1A1A1E"/>
                </a:solidFill>
                <a:latin typeface="Calibri"/>
              </a:defRPr>
            </a:pPr>
            <a:r>
              <a:t>we adore you,</a:t>
            </a:r>
          </a:p>
          <a:p>
            <a:pPr>
              <a:spcAft>
                <a:spcPts val="500"/>
              </a:spcAft>
              <a:defRPr sz="1900" b="0" i="0">
                <a:solidFill>
                  <a:srgbClr val="1A1A1E"/>
                </a:solidFill>
                <a:latin typeface="Calibri"/>
              </a:defRPr>
            </a:pPr>
            <a:r>
              <a:t>we glorify you,</a:t>
            </a:r>
          </a:p>
          <a:p>
            <a:pPr>
              <a:spcAft>
                <a:spcPts val="500"/>
              </a:spcAft>
              <a:defRPr sz="1900" b="0" i="0">
                <a:solidFill>
                  <a:srgbClr val="1A1A1E"/>
                </a:solidFill>
                <a:latin typeface="Calibri"/>
              </a:defRPr>
            </a:pPr>
            <a:r>
              <a:t>we give you thanks for your great glory,</a:t>
            </a:r>
          </a:p>
          <a:p>
            <a:pPr>
              <a:spcAft>
                <a:spcPts val="500"/>
              </a:spcAft>
              <a:defRPr sz="1900" b="0" i="0">
                <a:solidFill>
                  <a:srgbClr val="1A1A1E"/>
                </a:solidFill>
                <a:latin typeface="Calibri"/>
              </a:defRPr>
            </a:pPr>
            <a:r>
              <a:t>Lord God, heavenly King, O God, almighty Father.</a:t>
            </a:r>
          </a:p>
          <a:p>
            <a:pPr>
              <a:spcAft>
                <a:spcPts val="500"/>
              </a:spcAft>
              <a:defRPr sz="1900" b="1" i="0">
                <a:solidFill>
                  <a:srgbClr val="1A1A1E"/>
                </a:solidFill>
                <a:latin typeface="Calibri"/>
              </a:defRPr>
            </a:pPr>
            <a:r>
              <a:t>Lord Jesus Christ, Only Begotten Son,</a:t>
            </a:r>
          </a:p>
          <a:p>
            <a:pPr>
              <a:spcAft>
                <a:spcPts val="500"/>
              </a:spcAft>
              <a:defRPr sz="1900" b="0" i="0">
                <a:solidFill>
                  <a:srgbClr val="1A1A1E"/>
                </a:solidFill>
                <a:latin typeface="Calibri"/>
              </a:defRPr>
            </a:pPr>
            <a:r>
              <a:t>Lord God, Lamb of God, Son of the Father,</a:t>
            </a:r>
          </a:p>
          <a:p>
            <a:pPr>
              <a:spcAft>
                <a:spcPts val="500"/>
              </a:spcAft>
              <a:defRPr sz="1900" b="0" i="0">
                <a:solidFill>
                  <a:srgbClr val="1A1A1E"/>
                </a:solidFill>
                <a:latin typeface="Calibri"/>
              </a:defRPr>
            </a:pPr>
            <a:r>
              <a:t>you take away the sins of the world, have mercy on us;</a:t>
            </a:r>
          </a:p>
          <a:p>
            <a:pPr>
              <a:spcAft>
                <a:spcPts val="500"/>
              </a:spcAft>
              <a:defRPr sz="1900" b="0" i="0">
                <a:solidFill>
                  <a:srgbClr val="1A1A1E"/>
                </a:solidFill>
                <a:latin typeface="Calibri"/>
              </a:defRPr>
            </a:pPr>
            <a:r>
              <a:t>you take away the sins of the world, receive our prayer;</a:t>
            </a:r>
          </a:p>
          <a:p>
            <a:pPr>
              <a:spcAft>
                <a:spcPts val="500"/>
              </a:spcAft>
              <a:defRPr sz="1900" b="0" i="0">
                <a:solidFill>
                  <a:srgbClr val="1A1A1E"/>
                </a:solidFill>
                <a:latin typeface="Calibri"/>
              </a:defRPr>
            </a:pPr>
            <a:r>
              <a:t>you are seated at the right hand of the Father, have mercy on us.</a:t>
            </a:r>
          </a:p>
          <a:p>
            <a:pPr>
              <a:spcAft>
                <a:spcPts val="500"/>
              </a:spcAft>
              <a:defRPr sz="1900" b="1" i="0">
                <a:solidFill>
                  <a:srgbClr val="1A1A1E"/>
                </a:solidFill>
                <a:latin typeface="Calibri"/>
              </a:defRPr>
            </a:pPr>
            <a:r>
              <a:t>For you alone are the Holy One,</a:t>
            </a:r>
          </a:p>
          <a:p>
            <a:pPr>
              <a:spcAft>
                <a:spcPts val="500"/>
              </a:spcAft>
              <a:defRPr sz="1900" b="0" i="0">
                <a:solidFill>
                  <a:srgbClr val="1A1A1E"/>
                </a:solidFill>
                <a:latin typeface="Calibri"/>
              </a:defRPr>
            </a:pPr>
            <a:r>
              <a:t>you alone are the Lord,</a:t>
            </a:r>
          </a:p>
          <a:p>
            <a:pPr>
              <a:spcAft>
                <a:spcPts val="500"/>
              </a:spcAft>
              <a:defRPr sz="1900" b="0" i="0">
                <a:solidFill>
                  <a:srgbClr val="1A1A1E"/>
                </a:solidFill>
                <a:latin typeface="Calibri"/>
              </a:defRPr>
            </a:pPr>
            <a:r>
              <a:t>you alone are the Most High,</a:t>
            </a:r>
          </a:p>
          <a:p>
            <a:pPr>
              <a:spcAft>
                <a:spcPts val="500"/>
              </a:spcAft>
              <a:defRPr sz="1900" b="0" i="0">
                <a:solidFill>
                  <a:srgbClr val="1A1A1E"/>
                </a:solidFill>
                <a:latin typeface="Calibri"/>
              </a:defRPr>
            </a:pPr>
            <a:r>
              <a:t>Jesus Christ,</a:t>
            </a:r>
          </a:p>
          <a:p>
            <a:pPr>
              <a:spcAft>
                <a:spcPts val="500"/>
              </a:spcAft>
              <a:defRPr sz="1900" b="0" i="0">
                <a:solidFill>
                  <a:srgbClr val="1A1A1E"/>
                </a:solidFill>
                <a:latin typeface="Calibri"/>
              </a:defRPr>
            </a:pPr>
            <a:r>
              <a:t>with the Holy Spirit,</a:t>
            </a:r>
          </a:p>
          <a:p>
            <a:pPr>
              <a:spcAft>
                <a:spcPts val="500"/>
              </a:spcAft>
              <a:defRPr sz="1900" b="0" i="0">
                <a:solidFill>
                  <a:srgbClr val="1A1A1E"/>
                </a:solidFill>
                <a:latin typeface="Calibri"/>
              </a:defRPr>
            </a:pPr>
            <a:r>
              <a:t>in the glory of God the Father.</a:t>
            </a:r>
          </a:p>
          <a:p>
            <a:pPr>
              <a:spcAft>
                <a:spcPts val="500"/>
              </a:spcAft>
              <a:defRPr sz="1900" b="0" i="0">
                <a:solidFill>
                  <a:srgbClr val="1A1A1E"/>
                </a:solidFill>
                <a:latin typeface="Calibri"/>
              </a:defRPr>
            </a:pPr>
            <a:r>
              <a:t>Amen.</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Gloria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Let us pray.</a:t>
            </a:r>
          </a:p>
          <a:p>
            <a:pPr>
              <a:spcAft>
                <a:spcPts val="500"/>
              </a:spcAft>
              <a:defRPr sz="1500" b="0" i="1">
                <a:solidFill>
                  <a:srgbClr val="56515A"/>
                </a:solidFill>
                <a:latin typeface="Calibri"/>
              </a:defRPr>
            </a:pPr>
            <a:r>
              <a:t>All pray silently with the Priest for a moment. Then the Priest says the Collect for the day, that is, the Opening Prayer, in full from the Roman Missal for this celebration—nothing abbreviated. The people respond at the end.</a:t>
            </a:r>
          </a:p>
          <a:p>
            <a:pPr>
              <a:spcAft>
                <a:spcPts val="500"/>
              </a:spcAft>
              <a:defRPr sz="2000" b="1" i="0">
                <a:solidFill>
                  <a:srgbClr val="1A1A1E"/>
                </a:solidFill>
                <a:latin typeface="Calibri"/>
              </a:defRPr>
            </a:pPr>
            <a:r>
              <a:t>Amen.</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645920"/>
            <a:ext cx="16916400" cy="4114800"/>
          </a:xfrm>
          <a:prstGeom prst="rect">
            <a:avLst/>
          </a:prstGeom>
          <a:noFill/>
        </p:spPr>
        <p:txBody>
          <a:bodyPr wrap="square" lIns="109728" rIns="109728" tIns="73152" bIns="73152">
            <a:noAutofit/>
          </a:bodyPr>
          <a:lstStyle/>
          <a:p>
            <a:pPr algn="ctr">
              <a:defRPr sz="4400" b="1" i="0">
                <a:solidFill>
                  <a:srgbClr val="56515A"/>
                </a:solidFill>
                <a:latin typeface="Calibri"/>
              </a:defRPr>
            </a:pPr>
            <a:r>
              <a:t>LITURGY OF</a:t>
            </a:r>
            <a:br/>
            <a:r>
              <a:t>THE WORD</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Word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1024128"/>
          </a:xfrm>
          <a:prstGeom prst="rect">
            <a:avLst/>
          </a:prstGeom>
          <a:noFill/>
        </p:spPr>
        <p:txBody>
          <a:bodyPr wrap="square" lIns="109728" rIns="109728" tIns="73152" bIns="73152">
            <a:noAutofit/>
          </a:bodyPr>
          <a:lstStyle/>
          <a:p>
            <a:pPr>
              <a:defRPr sz="2800" b="1" i="0">
                <a:solidFill>
                  <a:srgbClr val="56515A"/>
                </a:solidFill>
                <a:latin typeface="Calibri"/>
              </a:defRPr>
            </a:pPr>
            <a:r>
              <a:t>Liturgy of the Word</a:t>
            </a:r>
          </a:p>
          <a:p>
            <a:pPr>
              <a:defRPr sz="1600" b="0" i="0">
                <a:solidFill>
                  <a:srgbClr val="5F5D68"/>
                </a:solidFill>
                <a:latin typeface="Calibri"/>
              </a:defRPr>
            </a:pPr>
            <a:r>
              <a:t>First Reading (Acts 8:5-8, 14-17)</a:t>
            </a:r>
          </a:p>
        </p:txBody>
      </p:sp>
      <p:sp>
        <p:nvSpPr>
          <p:cNvPr id="5" name="TextBox 4"/>
          <p:cNvSpPr txBox="1"/>
          <p:nvPr/>
        </p:nvSpPr>
        <p:spPr>
          <a:xfrm>
            <a:off x="685800" y="2496312"/>
            <a:ext cx="16916400" cy="438912"/>
          </a:xfrm>
          <a:prstGeom prst="rect">
            <a:avLst/>
          </a:prstGeom>
          <a:noFill/>
        </p:spPr>
        <p:txBody>
          <a:bodyPr wrap="square" lIns="109728" rIns="109728" tIns="73152" bIns="73152">
            <a:noAutofit/>
          </a:bodyPr>
          <a:lstStyle/>
          <a:p>
            <a:pPr>
              <a:defRPr sz="1400" b="0" i="0">
                <a:solidFill>
                  <a:srgbClr val="5F5D68"/>
                </a:solidFill>
                <a:latin typeface="Calibri"/>
              </a:defRPr>
            </a:pPr>
            <a:r>
              <a:t>Acts 8:5-8, 14-17</a:t>
            </a:r>
          </a:p>
        </p:txBody>
      </p:sp>
      <p:sp>
        <p:nvSpPr>
          <p:cNvPr id="6" name="TextBox 5"/>
          <p:cNvSpPr txBox="1"/>
          <p:nvPr/>
        </p:nvSpPr>
        <p:spPr>
          <a:xfrm>
            <a:off x="685800" y="3044952"/>
            <a:ext cx="16916400" cy="6327648"/>
          </a:xfrm>
          <a:prstGeom prst="rect">
            <a:avLst/>
          </a:prstGeom>
          <a:noFill/>
        </p:spPr>
        <p:txBody>
          <a:bodyPr wrap="square" lIns="109728" rIns="109728" tIns="73152" bIns="73152">
            <a:noAutofit/>
          </a:bodyPr>
          <a:lstStyle/>
          <a:p>
            <a:pPr>
              <a:spcAft>
                <a:spcPts val="500"/>
              </a:spcAft>
              <a:defRPr sz="1900" b="0" i="0">
                <a:solidFill>
                  <a:srgbClr val="1A1A1E"/>
                </a:solidFill>
                <a:latin typeface="Calibri"/>
              </a:defRPr>
            </a:pPr>
            <a:r>
              <a:t>Full text was not loaded from bible.usccb.org. Open today’s readings for this date and paste if needed.</a:t>
            </a:r>
          </a:p>
        </p:txBody>
      </p:sp>
      <p:sp>
        <p:nvSpPr>
          <p:cNvPr id="7" name="TextBox 6"/>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Word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1024128"/>
          </a:xfrm>
          <a:prstGeom prst="rect">
            <a:avLst/>
          </a:prstGeom>
          <a:noFill/>
        </p:spPr>
        <p:txBody>
          <a:bodyPr wrap="square" lIns="109728" rIns="109728" tIns="73152" bIns="73152">
            <a:noAutofit/>
          </a:bodyPr>
          <a:lstStyle/>
          <a:p>
            <a:pPr>
              <a:defRPr sz="2800" b="1" i="0">
                <a:solidFill>
                  <a:srgbClr val="56515A"/>
                </a:solidFill>
                <a:latin typeface="Calibri"/>
              </a:defRPr>
            </a:pPr>
            <a:r>
              <a:t>Liturgy of the Word</a:t>
            </a:r>
          </a:p>
          <a:p>
            <a:pPr>
              <a:defRPr sz="1600" b="0" i="0">
                <a:solidFill>
                  <a:srgbClr val="5F5D68"/>
                </a:solidFill>
                <a:latin typeface="Calibri"/>
              </a:defRPr>
            </a:pPr>
            <a:r>
              <a:t>Responsorial Psalm (Psalm 66:1-3, 4-5, 6-7, 16, 20)</a:t>
            </a:r>
          </a:p>
        </p:txBody>
      </p:sp>
      <p:sp>
        <p:nvSpPr>
          <p:cNvPr id="5" name="TextBox 4"/>
          <p:cNvSpPr txBox="1"/>
          <p:nvPr/>
        </p:nvSpPr>
        <p:spPr>
          <a:xfrm>
            <a:off x="685800" y="2496312"/>
            <a:ext cx="16916400" cy="438912"/>
          </a:xfrm>
          <a:prstGeom prst="rect">
            <a:avLst/>
          </a:prstGeom>
          <a:noFill/>
        </p:spPr>
        <p:txBody>
          <a:bodyPr wrap="square" lIns="109728" rIns="109728" tIns="73152" bIns="73152">
            <a:noAutofit/>
          </a:bodyPr>
          <a:lstStyle/>
          <a:p>
            <a:pPr>
              <a:defRPr sz="1400" b="0" i="0">
                <a:solidFill>
                  <a:srgbClr val="5F5D68"/>
                </a:solidFill>
                <a:latin typeface="Calibri"/>
              </a:defRPr>
            </a:pPr>
            <a:r>
              <a:t>Psalm 66:1-3, 4-5, 6-7, 16, 20</a:t>
            </a:r>
          </a:p>
        </p:txBody>
      </p:sp>
      <p:sp>
        <p:nvSpPr>
          <p:cNvPr id="6" name="TextBox 5"/>
          <p:cNvSpPr txBox="1"/>
          <p:nvPr/>
        </p:nvSpPr>
        <p:spPr>
          <a:xfrm>
            <a:off x="685800" y="3044952"/>
            <a:ext cx="16916400" cy="6327648"/>
          </a:xfrm>
          <a:prstGeom prst="rect">
            <a:avLst/>
          </a:prstGeom>
          <a:noFill/>
        </p:spPr>
        <p:txBody>
          <a:bodyPr wrap="square" lIns="109728" rIns="109728" tIns="73152" bIns="73152">
            <a:noAutofit/>
          </a:bodyPr>
          <a:lstStyle/>
          <a:p>
            <a:pPr>
              <a:spcAft>
                <a:spcPts val="500"/>
              </a:spcAft>
              <a:defRPr sz="1900" b="0" i="0">
                <a:solidFill>
                  <a:srgbClr val="1A1A1E"/>
                </a:solidFill>
                <a:latin typeface="Calibri"/>
              </a:defRPr>
            </a:pPr>
            <a:r>
              <a:t>Full text was not loaded from bible.usccb.org. Open today’s readings for this date and paste if needed.</a:t>
            </a:r>
          </a:p>
        </p:txBody>
      </p:sp>
      <p:sp>
        <p:nvSpPr>
          <p:cNvPr id="7" name="TextBox 6"/>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1024128"/>
          </a:xfrm>
          <a:prstGeom prst="rect">
            <a:avLst/>
          </a:prstGeom>
          <a:noFill/>
        </p:spPr>
        <p:txBody>
          <a:bodyPr wrap="square" lIns="109728" rIns="109728" tIns="73152" bIns="73152">
            <a:noAutofit/>
          </a:bodyPr>
          <a:lstStyle/>
          <a:p>
            <a:pPr>
              <a:defRPr sz="2800" b="1" i="0">
                <a:solidFill>
                  <a:srgbClr val="56515A"/>
                </a:solidFill>
                <a:latin typeface="Calibri"/>
              </a:defRPr>
            </a:pPr>
            <a:r>
              <a:t>Liturgy of the Word</a:t>
            </a:r>
          </a:p>
          <a:p>
            <a:pPr>
              <a:defRPr sz="1600" b="0" i="0">
                <a:solidFill>
                  <a:srgbClr val="5F5D68"/>
                </a:solidFill>
                <a:latin typeface="Calibri"/>
              </a:defRPr>
            </a:pPr>
            <a:r>
              <a:t>Second Reading (1 Peter 3:15-18)</a:t>
            </a:r>
          </a:p>
        </p:txBody>
      </p:sp>
      <p:sp>
        <p:nvSpPr>
          <p:cNvPr id="5" name="TextBox 4"/>
          <p:cNvSpPr txBox="1"/>
          <p:nvPr/>
        </p:nvSpPr>
        <p:spPr>
          <a:xfrm>
            <a:off x="685800" y="2496312"/>
            <a:ext cx="16916400" cy="438912"/>
          </a:xfrm>
          <a:prstGeom prst="rect">
            <a:avLst/>
          </a:prstGeom>
          <a:noFill/>
        </p:spPr>
        <p:txBody>
          <a:bodyPr wrap="square" lIns="109728" rIns="109728" tIns="73152" bIns="73152">
            <a:noAutofit/>
          </a:bodyPr>
          <a:lstStyle/>
          <a:p>
            <a:pPr>
              <a:defRPr sz="1400" b="0" i="0">
                <a:solidFill>
                  <a:srgbClr val="5F5D68"/>
                </a:solidFill>
                <a:latin typeface="Calibri"/>
              </a:defRPr>
            </a:pPr>
            <a:r>
              <a:t>1 Peter 3:15-18</a:t>
            </a:r>
          </a:p>
        </p:txBody>
      </p:sp>
      <p:sp>
        <p:nvSpPr>
          <p:cNvPr id="6" name="TextBox 5"/>
          <p:cNvSpPr txBox="1"/>
          <p:nvPr/>
        </p:nvSpPr>
        <p:spPr>
          <a:xfrm>
            <a:off x="685800" y="3044952"/>
            <a:ext cx="16916400" cy="6327648"/>
          </a:xfrm>
          <a:prstGeom prst="rect">
            <a:avLst/>
          </a:prstGeom>
          <a:noFill/>
        </p:spPr>
        <p:txBody>
          <a:bodyPr wrap="square" lIns="109728" rIns="109728" tIns="73152" bIns="73152">
            <a:noAutofit/>
          </a:bodyPr>
          <a:lstStyle/>
          <a:p>
            <a:pPr>
              <a:spcAft>
                <a:spcPts val="500"/>
              </a:spcAft>
              <a:defRPr sz="1900" b="0" i="0">
                <a:solidFill>
                  <a:srgbClr val="1A1A1E"/>
                </a:solidFill>
                <a:latin typeface="Calibri"/>
              </a:defRPr>
            </a:pPr>
            <a:r>
              <a:t>Full text was not loaded from bible.usccb.org. Open today’s readings for this date and paste if needed.</a:t>
            </a:r>
          </a:p>
        </p:txBody>
      </p:sp>
      <p:sp>
        <p:nvSpPr>
          <p:cNvPr id="7" name="TextBox 6"/>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ALLELUIA! ALLELUIA! ALLELUIA! ALLELUIA!</a:t>
            </a:r>
          </a:p>
          <a:p>
            <a:pPr>
              <a:spcAft>
                <a:spcPts val="500"/>
              </a:spcAft>
              <a:defRPr sz="1500" b="0" i="1">
                <a:solidFill>
                  <a:srgbClr val="56515A"/>
                </a:solidFill>
                <a:latin typeface="Calibri"/>
              </a:defRPr>
            </a:pPr>
            <a:r>
              <a:t>Sing the verse of the Gospel Acclamation given in the Lectionary for this Mass in full, not shortened.</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Gospel Acclamation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500" b="0" i="1">
                <a:solidFill>
                  <a:srgbClr val="56515A"/>
                </a:solidFill>
                <a:latin typeface="Calibri"/>
              </a:defRPr>
            </a:pPr>
            <a:r>
              <a:t>If a commentator announces the verse before the Gospel Acclamation, the verse from the Lectionary is spoken in full, and then the assembly sings the Alleluia and response without abbreviation.</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Gospel Acclamation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The Lord be with you.</a:t>
            </a:r>
          </a:p>
          <a:p>
            <a:pPr>
              <a:spcAft>
                <a:spcPts val="500"/>
              </a:spcAft>
              <a:defRPr sz="2000" b="1" i="0">
                <a:solidFill>
                  <a:srgbClr val="1A1A1E"/>
                </a:solidFill>
                <a:latin typeface="Calibri"/>
              </a:defRPr>
            </a:pPr>
            <a:r>
              <a:t>And with your spirit.</a:t>
            </a:r>
          </a:p>
          <a:p>
            <a:pPr>
              <a:spcAft>
                <a:spcPts val="500"/>
              </a:spcAft>
              <a:defRPr sz="1500" b="0" i="1">
                <a:solidFill>
                  <a:srgbClr val="56515A"/>
                </a:solidFill>
                <a:latin typeface="Calibri"/>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spcAft>
                <a:spcPts val="500"/>
              </a:spcAft>
              <a:defRPr sz="2000" b="1" i="0">
                <a:solidFill>
                  <a:srgbClr val="1A1A1E"/>
                </a:solidFill>
                <a:latin typeface="Calibri"/>
              </a:defRPr>
            </a:pPr>
            <a:r>
              <a:t>Glory to you, O Lord.</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Gospel Acclamation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841248"/>
          </a:xfrm>
          <a:prstGeom prst="rect">
            <a:avLst/>
          </a:prstGeom>
          <a:noFill/>
        </p:spPr>
        <p:txBody>
          <a:bodyPr wrap="square" lIns="109728" rIns="109728" tIns="73152" bIns="73152">
            <a:noAutofit/>
          </a:bodyPr>
          <a:lstStyle/>
          <a:p>
            <a:pPr>
              <a:defRPr sz="3000" b="1" i="0">
                <a:solidFill>
                  <a:srgbClr val="56515A"/>
                </a:solidFill>
                <a:latin typeface="Calibri"/>
              </a:defRPr>
            </a:pPr>
            <a:r>
              <a:t>Gospel</a:t>
            </a:r>
          </a:p>
        </p:txBody>
      </p:sp>
      <p:sp>
        <p:nvSpPr>
          <p:cNvPr id="5" name="TextBox 4"/>
          <p:cNvSpPr txBox="1"/>
          <p:nvPr/>
        </p:nvSpPr>
        <p:spPr>
          <a:xfrm>
            <a:off x="685800" y="2313432"/>
            <a:ext cx="16916400" cy="438912"/>
          </a:xfrm>
          <a:prstGeom prst="rect">
            <a:avLst/>
          </a:prstGeom>
          <a:noFill/>
        </p:spPr>
        <p:txBody>
          <a:bodyPr wrap="square" lIns="109728" rIns="109728" tIns="73152" bIns="73152">
            <a:noAutofit/>
          </a:bodyPr>
          <a:lstStyle/>
          <a:p>
            <a:pPr>
              <a:defRPr sz="1400" b="0" i="0">
                <a:solidFill>
                  <a:srgbClr val="5F5D68"/>
                </a:solidFill>
                <a:latin typeface="Calibri"/>
              </a:defRPr>
            </a:pPr>
            <a:r>
              <a:t>John 14:15-21</a:t>
            </a:r>
          </a:p>
        </p:txBody>
      </p:sp>
      <p:sp>
        <p:nvSpPr>
          <p:cNvPr id="6" name="TextBox 5"/>
          <p:cNvSpPr txBox="1"/>
          <p:nvPr/>
        </p:nvSpPr>
        <p:spPr>
          <a:xfrm>
            <a:off x="685800" y="2862072"/>
            <a:ext cx="16916400" cy="6510528"/>
          </a:xfrm>
          <a:prstGeom prst="rect">
            <a:avLst/>
          </a:prstGeom>
          <a:noFill/>
        </p:spPr>
        <p:txBody>
          <a:bodyPr wrap="square" lIns="109728" rIns="109728" tIns="73152" bIns="73152">
            <a:noAutofit/>
          </a:bodyPr>
          <a:lstStyle/>
          <a:p>
            <a:pPr>
              <a:spcAft>
                <a:spcPts val="500"/>
              </a:spcAft>
              <a:defRPr sz="1900" b="0" i="0">
                <a:solidFill>
                  <a:srgbClr val="1A1A1E"/>
                </a:solidFill>
                <a:latin typeface="Calibri"/>
              </a:defRPr>
            </a:pPr>
            <a:r>
              <a:t>If you love me, keep my commandments. I will pray to the Father, and he will give you another Counselor, that he may be with you forever,— the Spirit of truth, whom the world can’t receive; for it doesn’t see him, neither knows him. You know him, for he lives with you, and will be in you. I will not leave you orphans. I will come to you. Yet a little while, and the world will see me no more; but you will see me. Because I live, you will live also. In that day you will know that I am in my Father, and you in me, and I in you. One who has my commandments, and keeps them, that person is one who loves me. One who loves me will be loved by my Father, and I will love him, and will reveal myself to him.”</a:t>
            </a:r>
          </a:p>
        </p:txBody>
      </p:sp>
      <p:sp>
        <p:nvSpPr>
          <p:cNvPr id="7" name="TextBox 6"/>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Gospel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The Gospel of the Lord.</a:t>
            </a:r>
          </a:p>
          <a:p>
            <a:pPr>
              <a:spcAft>
                <a:spcPts val="500"/>
              </a:spcAft>
              <a:defRPr sz="2000" b="1" i="0">
                <a:solidFill>
                  <a:srgbClr val="1A1A1E"/>
                </a:solidFill>
                <a:latin typeface="Calibri"/>
              </a:defRPr>
            </a:pPr>
            <a:r>
              <a:t>Praise to you, Lord Jesus Christ.</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Gospel Acclamation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500" b="0" i="1">
                <a:solidFill>
                  <a:srgbClr val="56515A"/>
                </a:solidFill>
                <a:latin typeface="Calibri"/>
              </a:defRPr>
            </a:pPr>
            <a:r>
              <a:t>Time for the homily — Father will now preach.</a:t>
            </a:r>
          </a:p>
          <a:p>
            <a:pPr>
              <a:spcAft>
                <a:spcPts val="500"/>
              </a:spcAft>
              <a:defRPr sz="1500" b="0" i="1">
                <a:solidFill>
                  <a:srgbClr val="56515A"/>
                </a:solidFill>
                <a:latin typeface="Calibri"/>
              </a:defRPr>
            </a:pPr>
            <a:r>
              <a:t>Commentator may introduce the theme.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Homily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737360"/>
            <a:ext cx="16916400" cy="5943600"/>
          </a:xfrm>
          <a:prstGeom prst="rect">
            <a:avLst/>
          </a:prstGeom>
          <a:noFill/>
        </p:spPr>
        <p:txBody>
          <a:bodyPr wrap="square" lIns="109728" rIns="109728" tIns="73152" bIns="73152">
            <a:noAutofit/>
          </a:bodyPr>
          <a:lstStyle/>
          <a:p>
            <a:pPr>
              <a:spcAft>
                <a:spcPts val="300"/>
              </a:spcAft>
              <a:defRPr sz="2100" b="1" i="0">
                <a:solidFill>
                  <a:srgbClr val="56515A"/>
                </a:solidFill>
                <a:latin typeface="Calibri"/>
              </a:defRPr>
            </a:pPr>
            <a:r>
              <a:t>MASS CELEBRANT:</a:t>
            </a:r>
          </a:p>
          <a:p>
            <a:pPr>
              <a:spcAft>
                <a:spcPts val="300"/>
              </a:spcAft>
              <a:defRPr sz="2100" b="0" i="0">
                <a:solidFill>
                  <a:srgbClr val="1A1A1E"/>
                </a:solidFill>
                <a:latin typeface="Calibri"/>
              </a:defRPr>
            </a:pPr>
            <a:r>
              <a:t>Gabby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Gwangju</a:t>
            </a:r>
            <a:br/>
            <a:r>
              <a:t>Catholic</a:t>
            </a:r>
            <a:br/>
            <a:r>
              <a:t>Church</a:t>
            </a:r>
            <a:br/>
            <a:r>
              <a:t>Community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Gospel (John 14:15-21)</a:t>
            </a:r>
          </a:p>
          <a:p>
            <a:pPr>
              <a:spcAft>
                <a:spcPts val="300"/>
              </a:spcAft>
              <a:defRPr sz="2100" b="0" i="0">
                <a:solidFill>
                  <a:srgbClr val="1A1A1E"/>
                </a:solidFill>
                <a:latin typeface="Calibri"/>
              </a:defRPr>
            </a:pPr>
            <a:r>
              <a:t>“I will pray to the Father, and he will give you another Counselor, that he may be with you forever,— the Spirit of truth, whom the world can't receive; for it doesn't see him, neither knows him.”</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YEAR A</a:t>
            </a:r>
          </a:p>
          <a:p>
            <a:pPr>
              <a:spcAft>
                <a:spcPts val="300"/>
              </a:spcAft>
              <a:defRPr sz="2100" b="0" i="0">
                <a:solidFill>
                  <a:srgbClr val="1A1A1E"/>
                </a:solidFill>
                <a:latin typeface="Calibri"/>
              </a:defRPr>
            </a:pPr>
            <a:r>
              <a:t>2026-05-10 · Eastertide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Mass poster / divider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1A1A1E"/>
                </a:solidFill>
                <a:latin typeface="Calibri"/>
              </a:defRPr>
            </a:pPr>
            <a:r>
              <a:t>I believe in one God,</a:t>
            </a:r>
          </a:p>
          <a:p>
            <a:pPr>
              <a:spcAft>
                <a:spcPts val="500"/>
              </a:spcAft>
              <a:defRPr sz="1900" b="0" i="0">
                <a:solidFill>
                  <a:srgbClr val="1A1A1E"/>
                </a:solidFill>
                <a:latin typeface="Calibri"/>
              </a:defRPr>
            </a:pPr>
            <a:r>
              <a:t>the Father almighty,</a:t>
            </a:r>
          </a:p>
          <a:p>
            <a:pPr>
              <a:spcAft>
                <a:spcPts val="500"/>
              </a:spcAft>
              <a:defRPr sz="1900" b="0" i="0">
                <a:solidFill>
                  <a:srgbClr val="1A1A1E"/>
                </a:solidFill>
                <a:latin typeface="Calibri"/>
              </a:defRPr>
            </a:pPr>
            <a:r>
              <a:t>maker of heaven and earth,</a:t>
            </a:r>
          </a:p>
          <a:p>
            <a:pPr>
              <a:spcAft>
                <a:spcPts val="500"/>
              </a:spcAft>
              <a:defRPr sz="1900" b="0" i="0">
                <a:solidFill>
                  <a:srgbClr val="1A1A1E"/>
                </a:solidFill>
                <a:latin typeface="Calibri"/>
              </a:defRPr>
            </a:pPr>
            <a:r>
              <a:t>of all things visible and invisible.</a:t>
            </a:r>
          </a:p>
          <a:p>
            <a:pPr>
              <a:spcAft>
                <a:spcPts val="500"/>
              </a:spcAft>
              <a:defRPr sz="1900" b="0" i="0">
                <a:solidFill>
                  <a:srgbClr val="1A1A1E"/>
                </a:solidFill>
                <a:latin typeface="Calibri"/>
              </a:defRPr>
            </a:pPr>
            <a:r>
              <a:t>I believe in one Lord Jesus Christ,</a:t>
            </a:r>
          </a:p>
          <a:p>
            <a:pPr>
              <a:spcAft>
                <a:spcPts val="500"/>
              </a:spcAft>
              <a:defRPr sz="1900" b="0" i="0">
                <a:solidFill>
                  <a:srgbClr val="1A1A1E"/>
                </a:solidFill>
                <a:latin typeface="Calibri"/>
              </a:defRPr>
            </a:pPr>
            <a:r>
              <a:t>the Only Begotten Son of God,</a:t>
            </a:r>
          </a:p>
          <a:p>
            <a:pPr>
              <a:spcAft>
                <a:spcPts val="500"/>
              </a:spcAft>
              <a:defRPr sz="1900" b="0" i="0">
                <a:solidFill>
                  <a:srgbClr val="1A1A1E"/>
                </a:solidFill>
                <a:latin typeface="Calibri"/>
              </a:defRPr>
            </a:pPr>
            <a:r>
              <a:t>born of the Father before all ages.</a:t>
            </a:r>
          </a:p>
          <a:p>
            <a:pPr>
              <a:spcAft>
                <a:spcPts val="500"/>
              </a:spcAft>
              <a:defRPr sz="1900" b="0" i="0">
                <a:solidFill>
                  <a:srgbClr val="1A1A1E"/>
                </a:solidFill>
                <a:latin typeface="Calibri"/>
              </a:defRPr>
            </a:pPr>
            <a:r>
              <a:t>God from God, Light from Light,</a:t>
            </a:r>
          </a:p>
          <a:p>
            <a:pPr>
              <a:spcAft>
                <a:spcPts val="500"/>
              </a:spcAft>
              <a:defRPr sz="1900" b="0" i="0">
                <a:solidFill>
                  <a:srgbClr val="1A1A1E"/>
                </a:solidFill>
                <a:latin typeface="Calibri"/>
              </a:defRPr>
            </a:pPr>
            <a:r>
              <a:t>true God from true God,</a:t>
            </a:r>
          </a:p>
          <a:p>
            <a:pPr>
              <a:spcAft>
                <a:spcPts val="500"/>
              </a:spcAft>
              <a:defRPr sz="1900" b="0" i="0">
                <a:solidFill>
                  <a:srgbClr val="1A1A1E"/>
                </a:solidFill>
                <a:latin typeface="Calibri"/>
              </a:defRPr>
            </a:pPr>
            <a:r>
              <a:t>begotten, not made, consubstantial with the Father;</a:t>
            </a:r>
          </a:p>
          <a:p>
            <a:pPr>
              <a:spcAft>
                <a:spcPts val="500"/>
              </a:spcAft>
              <a:defRPr sz="1900" b="0" i="0">
                <a:solidFill>
                  <a:srgbClr val="1A1A1E"/>
                </a:solidFill>
                <a:latin typeface="Calibri"/>
              </a:defRPr>
            </a:pPr>
            <a:r>
              <a:t>through him all things were made.</a:t>
            </a:r>
          </a:p>
          <a:p>
            <a:pPr>
              <a:spcAft>
                <a:spcPts val="500"/>
              </a:spcAft>
              <a:defRPr sz="2000" b="1" i="0">
                <a:solidFill>
                  <a:srgbClr val="1A1A1E"/>
                </a:solidFill>
                <a:latin typeface="Calibri"/>
              </a:defRPr>
            </a:pPr>
            <a:r>
              <a:t>For us men and for our salvation</a:t>
            </a:r>
          </a:p>
          <a:p>
            <a:pPr>
              <a:spcAft>
                <a:spcPts val="500"/>
              </a:spcAft>
              <a:defRPr sz="1900" b="0" i="0">
                <a:solidFill>
                  <a:srgbClr val="1A1A1E"/>
                </a:solidFill>
                <a:latin typeface="Calibri"/>
              </a:defRPr>
            </a:pPr>
            <a:r>
              <a:t>he came down from heaven,</a:t>
            </a:r>
          </a:p>
          <a:p>
            <a:pPr>
              <a:spcAft>
                <a:spcPts val="500"/>
              </a:spcAft>
              <a:defRPr sz="1900" b="0" i="0">
                <a:solidFill>
                  <a:srgbClr val="1A1A1E"/>
                </a:solidFill>
                <a:latin typeface="Calibri"/>
              </a:defRPr>
            </a:pPr>
            <a:r>
              <a:t>and by the Holy Spirit was incarnate of the Virgin Mary, and became man.</a:t>
            </a:r>
          </a:p>
          <a:p>
            <a:pPr>
              <a:spcAft>
                <a:spcPts val="500"/>
              </a:spcAft>
              <a:defRPr sz="1900" b="0" i="0">
                <a:solidFill>
                  <a:srgbClr val="1A1A1E"/>
                </a:solidFill>
                <a:latin typeface="Calibri"/>
              </a:defRPr>
            </a:pPr>
            <a:r>
              <a:t>For our sake he was crucified under Pontius Pilate,</a:t>
            </a:r>
          </a:p>
          <a:p>
            <a:pPr>
              <a:spcAft>
                <a:spcPts val="500"/>
              </a:spcAft>
              <a:defRPr sz="1900" b="0" i="0">
                <a:solidFill>
                  <a:srgbClr val="1A1A1E"/>
                </a:solidFill>
                <a:latin typeface="Calibri"/>
              </a:defRPr>
            </a:pPr>
            <a:r>
              <a:t>he suffered death and was buried,</a:t>
            </a:r>
          </a:p>
          <a:p>
            <a:pPr>
              <a:spcAft>
                <a:spcPts val="500"/>
              </a:spcAft>
              <a:defRPr sz="1900" b="0" i="0">
                <a:solidFill>
                  <a:srgbClr val="1A1A1E"/>
                </a:solidFill>
                <a:latin typeface="Calibri"/>
              </a:defRPr>
            </a:pPr>
            <a:r>
              <a:t>and rose again on the third day in accordance with the Scriptures.</a:t>
            </a:r>
          </a:p>
          <a:p>
            <a:pPr>
              <a:spcAft>
                <a:spcPts val="500"/>
              </a:spcAft>
              <a:defRPr sz="1900" b="0" i="0">
                <a:solidFill>
                  <a:srgbClr val="1A1A1E"/>
                </a:solidFill>
                <a:latin typeface="Calibri"/>
              </a:defRPr>
            </a:pPr>
            <a:r>
              <a:t>He ascended into heaven</a:t>
            </a:r>
          </a:p>
          <a:p>
            <a:pPr>
              <a:spcAft>
                <a:spcPts val="500"/>
              </a:spcAft>
              <a:defRPr sz="1900" b="0" i="0">
                <a:solidFill>
                  <a:srgbClr val="1A1A1E"/>
                </a:solidFill>
                <a:latin typeface="Calibri"/>
              </a:defRPr>
            </a:pPr>
            <a:r>
              <a:t>and is seated at the right hand of the Father.</a:t>
            </a:r>
          </a:p>
          <a:p>
            <a:pPr>
              <a:spcAft>
                <a:spcPts val="500"/>
              </a:spcAft>
              <a:defRPr sz="1900" b="0" i="0">
                <a:solidFill>
                  <a:srgbClr val="1A1A1E"/>
                </a:solidFill>
                <a:latin typeface="Calibri"/>
              </a:defRPr>
            </a:pPr>
            <a:r>
              <a:t>He will come again in glory</a:t>
            </a:r>
          </a:p>
          <a:p>
            <a:pPr>
              <a:spcAft>
                <a:spcPts val="500"/>
              </a:spcAft>
              <a:defRPr sz="1900" b="0" i="0">
                <a:solidFill>
                  <a:srgbClr val="1A1A1E"/>
                </a:solidFill>
                <a:latin typeface="Calibri"/>
              </a:defRPr>
            </a:pPr>
            <a:r>
              <a:t>to judge the living and the dead</a:t>
            </a:r>
          </a:p>
          <a:p>
            <a:pPr>
              <a:spcAft>
                <a:spcPts val="500"/>
              </a:spcAft>
              <a:defRPr sz="1900" b="0" i="0">
                <a:solidFill>
                  <a:srgbClr val="1A1A1E"/>
                </a:solidFill>
                <a:latin typeface="Calibri"/>
              </a:defRPr>
            </a:pPr>
            <a:r>
              <a:t>and his kingdom will have no end.</a:t>
            </a:r>
          </a:p>
          <a:p>
            <a:pPr>
              <a:spcAft>
                <a:spcPts val="500"/>
              </a:spcAft>
              <a:defRPr sz="2000" b="1" i="0">
                <a:solidFill>
                  <a:srgbClr val="1A1A1E"/>
                </a:solidFill>
                <a:latin typeface="Calibri"/>
              </a:defRPr>
            </a:pPr>
            <a:r>
              <a:t>I believe in the Holy Spirit, the Lord, the giver of life,</a:t>
            </a:r>
          </a:p>
          <a:p>
            <a:pPr>
              <a:spcAft>
                <a:spcPts val="500"/>
              </a:spcAft>
              <a:defRPr sz="1900" b="0" i="0">
                <a:solidFill>
                  <a:srgbClr val="1A1A1E"/>
                </a:solidFill>
                <a:latin typeface="Calibri"/>
              </a:defRPr>
            </a:pPr>
            <a:r>
              <a:t>who proceeds from the Father and the Son,</a:t>
            </a:r>
          </a:p>
          <a:p>
            <a:pPr>
              <a:spcAft>
                <a:spcPts val="500"/>
              </a:spcAft>
              <a:defRPr sz="1900" b="0" i="0">
                <a:solidFill>
                  <a:srgbClr val="1A1A1E"/>
                </a:solidFill>
                <a:latin typeface="Calibri"/>
              </a:defRPr>
            </a:pPr>
            <a:r>
              <a:t>who with the Father and the Son is adored and glorified,</a:t>
            </a:r>
          </a:p>
          <a:p>
            <a:pPr>
              <a:spcAft>
                <a:spcPts val="500"/>
              </a:spcAft>
              <a:defRPr sz="1900" b="0" i="0">
                <a:solidFill>
                  <a:srgbClr val="1A1A1E"/>
                </a:solidFill>
                <a:latin typeface="Calibri"/>
              </a:defRPr>
            </a:pPr>
            <a:r>
              <a:t>who has spoken through the prophets.</a:t>
            </a:r>
          </a:p>
          <a:p>
            <a:pPr>
              <a:spcAft>
                <a:spcPts val="500"/>
              </a:spcAft>
              <a:defRPr sz="1900" b="0" i="0">
                <a:solidFill>
                  <a:srgbClr val="1A1A1E"/>
                </a:solidFill>
                <a:latin typeface="Calibri"/>
              </a:defRPr>
            </a:pPr>
            <a:r>
              <a:t>I believe in one, holy, catholic and apostolic Church.</a:t>
            </a:r>
          </a:p>
          <a:p>
            <a:pPr>
              <a:spcAft>
                <a:spcPts val="500"/>
              </a:spcAft>
              <a:defRPr sz="1900" b="0" i="0">
                <a:solidFill>
                  <a:srgbClr val="1A1A1E"/>
                </a:solidFill>
                <a:latin typeface="Calibri"/>
              </a:defRPr>
            </a:pPr>
            <a:r>
              <a:t>I confess one Baptism for the forgiveness of sins</a:t>
            </a:r>
          </a:p>
          <a:p>
            <a:pPr>
              <a:spcAft>
                <a:spcPts val="500"/>
              </a:spcAft>
              <a:defRPr sz="1900" b="0" i="0">
                <a:solidFill>
                  <a:srgbClr val="1A1A1E"/>
                </a:solidFill>
                <a:latin typeface="Calibri"/>
              </a:defRPr>
            </a:pPr>
            <a:r>
              <a:t>and I look forward to the resurrection of the dead</a:t>
            </a:r>
          </a:p>
          <a:p>
            <a:pPr>
              <a:spcAft>
                <a:spcPts val="500"/>
              </a:spcAft>
              <a:defRPr sz="1900" b="0" i="0">
                <a:solidFill>
                  <a:srgbClr val="1A1A1E"/>
                </a:solidFill>
                <a:latin typeface="Calibri"/>
              </a:defRPr>
            </a:pPr>
            <a:r>
              <a:t>and the life of the world to come.</a:t>
            </a:r>
          </a:p>
          <a:p>
            <a:pPr>
              <a:spcAft>
                <a:spcPts val="500"/>
              </a:spcAft>
              <a:defRPr sz="1900" b="0" i="0">
                <a:solidFill>
                  <a:srgbClr val="1A1A1E"/>
                </a:solidFill>
                <a:latin typeface="Calibri"/>
              </a:defRPr>
            </a:pPr>
            <a:r>
              <a:t>Amen.</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Nicene Creed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737360"/>
            <a:ext cx="16916400" cy="5943600"/>
          </a:xfrm>
          <a:prstGeom prst="rect">
            <a:avLst/>
          </a:prstGeom>
          <a:noFill/>
        </p:spPr>
        <p:txBody>
          <a:bodyPr wrap="square" lIns="109728" rIns="109728" tIns="73152" bIns="73152">
            <a:noAutofit/>
          </a:bodyPr>
          <a:lstStyle/>
          <a:p>
            <a:pPr>
              <a:spcAft>
                <a:spcPts val="300"/>
              </a:spcAft>
              <a:defRPr sz="2100" b="1" i="0">
                <a:solidFill>
                  <a:srgbClr val="56515A"/>
                </a:solidFill>
                <a:latin typeface="Calibri"/>
              </a:defRPr>
            </a:pPr>
            <a:r>
              <a:t>MASS CELEBRANT:</a:t>
            </a:r>
          </a:p>
          <a:p>
            <a:pPr>
              <a:spcAft>
                <a:spcPts val="300"/>
              </a:spcAft>
              <a:defRPr sz="2100" b="0" i="0">
                <a:solidFill>
                  <a:srgbClr val="1A1A1E"/>
                </a:solidFill>
                <a:latin typeface="Calibri"/>
              </a:defRPr>
            </a:pPr>
            <a:r>
              <a:t>Gabby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Gwangju</a:t>
            </a:r>
            <a:br/>
            <a:r>
              <a:t>Catholic</a:t>
            </a:r>
            <a:br/>
            <a:r>
              <a:t>Church</a:t>
            </a:r>
            <a:br/>
            <a:r>
              <a:t>Community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Gospel (John 14:15-21)</a:t>
            </a:r>
          </a:p>
          <a:p>
            <a:pPr>
              <a:spcAft>
                <a:spcPts val="300"/>
              </a:spcAft>
              <a:defRPr sz="2100" b="0" i="0">
                <a:solidFill>
                  <a:srgbClr val="1A1A1E"/>
                </a:solidFill>
                <a:latin typeface="Calibri"/>
              </a:defRPr>
            </a:pPr>
            <a:r>
              <a:t>“I will pray to the Father, and he will give you another Counselor, that he may be with you forever,— the Spirit of truth, whom the world can't receive; for it doesn't see him, neither knows him.”</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YEAR A</a:t>
            </a:r>
          </a:p>
          <a:p>
            <a:pPr>
              <a:spcAft>
                <a:spcPts val="300"/>
              </a:spcAft>
              <a:defRPr sz="2100" b="0" i="0">
                <a:solidFill>
                  <a:srgbClr val="1A1A1E"/>
                </a:solidFill>
                <a:latin typeface="Calibri"/>
              </a:defRPr>
            </a:pPr>
            <a:r>
              <a:t>2026-05-10 · Eastertide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Mass poster / divider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500" b="0" i="1">
                <a:solidFill>
                  <a:srgbClr val="56515A"/>
                </a:solidFill>
                <a:latin typeface="Calibri"/>
              </a:defRPr>
            </a:pPr>
            <a:r>
              <a:t>The Universal Prayer is led so that each petition is spoken in full and each response by the people is sung or said in full (for example, “Lord, hear our prayer”), never abbreviated.</a:t>
            </a:r>
          </a:p>
          <a:p>
            <a:pPr>
              <a:spcAft>
                <a:spcPts val="500"/>
              </a:spcAft>
              <a:defRPr sz="2000" b="1" i="0">
                <a:solidFill>
                  <a:srgbClr val="56515A"/>
                </a:solidFill>
                <a:latin typeface="Calibri"/>
              </a:defRPr>
            </a:pPr>
            <a:r>
              <a:t>For the holy Church of God throughout the world, that the Lord may guard her and grant her peace and unity according to his will: let us pray to the Lord.</a:t>
            </a:r>
          </a:p>
          <a:p>
            <a:pPr>
              <a:spcAft>
                <a:spcPts val="500"/>
              </a:spcAft>
              <a:defRPr sz="2000" b="1" i="0">
                <a:solidFill>
                  <a:srgbClr val="1A1A1E"/>
                </a:solidFill>
                <a:latin typeface="Calibri"/>
              </a:defRPr>
            </a:pPr>
            <a:r>
              <a:t>Lord, hear our prayer.</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Prayer of the Faithful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The Priest concludes the Prayer of the Faithful with a prayer in full, for example:</a:t>
            </a:r>
          </a:p>
          <a:p>
            <a:pPr>
              <a:spcAft>
                <a:spcPts val="500"/>
              </a:spcAft>
              <a:defRPr sz="2000" b="1" i="0">
                <a:solidFill>
                  <a:srgbClr val="56515A"/>
                </a:solidFill>
                <a:latin typeface="Calibri"/>
              </a:defRPr>
            </a:pPr>
            <a:r>
              <a:t>Heavenly Father, hear the prayers of the Church, which we make through Christ our Lord.</a:t>
            </a:r>
          </a:p>
          <a:p>
            <a:pPr>
              <a:spcAft>
                <a:spcPts val="500"/>
              </a:spcAft>
              <a:defRPr sz="2000" b="1" i="0">
                <a:solidFill>
                  <a:srgbClr val="1A1A1E"/>
                </a:solidFill>
                <a:latin typeface="Calibri"/>
              </a:defRPr>
            </a:pPr>
            <a:r>
              <a:t>Amen.</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Prayer of the Faithful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737360"/>
            <a:ext cx="16916400" cy="5943600"/>
          </a:xfrm>
          <a:prstGeom prst="rect">
            <a:avLst/>
          </a:prstGeom>
          <a:noFill/>
        </p:spPr>
        <p:txBody>
          <a:bodyPr wrap="square" lIns="109728" rIns="109728" tIns="73152" bIns="73152">
            <a:noAutofit/>
          </a:bodyPr>
          <a:lstStyle/>
          <a:p>
            <a:pPr>
              <a:spcAft>
                <a:spcPts val="300"/>
              </a:spcAft>
              <a:defRPr sz="2100" b="1" i="0">
                <a:solidFill>
                  <a:srgbClr val="56515A"/>
                </a:solidFill>
                <a:latin typeface="Calibri"/>
              </a:defRPr>
            </a:pPr>
            <a:r>
              <a:t>MASS CELEBRANT:</a:t>
            </a:r>
          </a:p>
          <a:p>
            <a:pPr>
              <a:spcAft>
                <a:spcPts val="300"/>
              </a:spcAft>
              <a:defRPr sz="2100" b="0" i="0">
                <a:solidFill>
                  <a:srgbClr val="1A1A1E"/>
                </a:solidFill>
                <a:latin typeface="Calibri"/>
              </a:defRPr>
            </a:pPr>
            <a:r>
              <a:t>Gabby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Gwangju</a:t>
            </a:r>
            <a:br/>
            <a:r>
              <a:t>Catholic</a:t>
            </a:r>
            <a:br/>
            <a:r>
              <a:t>Church</a:t>
            </a:r>
            <a:br/>
            <a:r>
              <a:t>Community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Gospel (John 14:15-21)</a:t>
            </a:r>
          </a:p>
          <a:p>
            <a:pPr>
              <a:spcAft>
                <a:spcPts val="300"/>
              </a:spcAft>
              <a:defRPr sz="2100" b="0" i="0">
                <a:solidFill>
                  <a:srgbClr val="1A1A1E"/>
                </a:solidFill>
                <a:latin typeface="Calibri"/>
              </a:defRPr>
            </a:pPr>
            <a:r>
              <a:t>“I will pray to the Father, and he will give you another Counselor, that he may be with you forever,— the Spirit of truth, whom the world can't receive; for it doesn't see him, neither knows him.”</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YEAR A</a:t>
            </a:r>
          </a:p>
          <a:p>
            <a:pPr>
              <a:spcAft>
                <a:spcPts val="300"/>
              </a:spcAft>
              <a:defRPr sz="2100" b="0" i="0">
                <a:solidFill>
                  <a:srgbClr val="1A1A1E"/>
                </a:solidFill>
                <a:latin typeface="Calibri"/>
              </a:defRPr>
            </a:pPr>
            <a:r>
              <a:t>2026-05-10 · Eastertide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Mass poster / divider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FFFFFF"/>
                </a:solidFill>
                <a:latin typeface="Calibri"/>
              </a:defRPr>
            </a:pPr>
            <a:r>
              <a:t>Gwangju Catholic Church Community</a:t>
            </a:r>
          </a:p>
        </p:txBody>
      </p:sp>
      <p:sp>
        <p:nvSpPr>
          <p:cNvPr id="4" name="TextBox 3"/>
          <p:cNvSpPr txBox="1"/>
          <p:nvPr/>
        </p:nvSpPr>
        <p:spPr>
          <a:xfrm>
            <a:off x="685800" y="1417320"/>
            <a:ext cx="16916400" cy="777240"/>
          </a:xfrm>
          <a:prstGeom prst="rect">
            <a:avLst/>
          </a:prstGeom>
          <a:noFill/>
        </p:spPr>
        <p:txBody>
          <a:bodyPr wrap="square" lIns="109728" rIns="109728" tIns="73152" bIns="73152">
            <a:noAutofit/>
          </a:bodyPr>
          <a:lstStyle/>
          <a:p>
            <a:pPr algn="ctr">
              <a:defRPr sz="3400" b="1" i="0">
                <a:solidFill>
                  <a:srgbClr val="FFCC4D"/>
                </a:solidFill>
                <a:latin typeface="Georgia"/>
              </a:defRPr>
            </a:pPr>
            <a:r>
              <a:t>I Am the Bread of Life</a:t>
            </a:r>
          </a:p>
        </p:txBody>
      </p:sp>
      <p:sp>
        <p:nvSpPr>
          <p:cNvPr id="5" name="TextBox 4"/>
          <p:cNvSpPr txBox="1"/>
          <p:nvPr/>
        </p:nvSpPr>
        <p:spPr>
          <a:xfrm>
            <a:off x="685800" y="2331720"/>
            <a:ext cx="16916400" cy="7086600"/>
          </a:xfrm>
          <a:prstGeom prst="rect">
            <a:avLst/>
          </a:prstGeom>
          <a:noFill/>
        </p:spPr>
        <p:txBody>
          <a:bodyPr wrap="square" lIns="109728" rIns="109728" tIns="73152" bIns="73152" anchor="t">
            <a:noAutofit/>
          </a:bodyPr>
          <a:lstStyle/>
          <a:p>
            <a:pPr algn="ctr">
              <a:lnSpc>
                <a:spcPct val="115000"/>
              </a:lnSpc>
              <a:spcAft>
                <a:spcPts val="1400"/>
              </a:spcAft>
              <a:defRPr sz="3800" b="1" i="0">
                <a:solidFill>
                  <a:srgbClr val="FFFFFF"/>
                </a:solidFill>
                <a:latin typeface="Arial Black"/>
              </a:defRPr>
            </a:pPr>
            <a:r>
              <a:t>I AM THE BREAD OF LIFE;</a:t>
            </a:r>
          </a:p>
          <a:p>
            <a:pPr algn="ctr">
              <a:lnSpc>
                <a:spcPct val="115000"/>
              </a:lnSpc>
              <a:spcAft>
                <a:spcPts val="1400"/>
              </a:spcAft>
              <a:defRPr sz="3800" b="1" i="0">
                <a:solidFill>
                  <a:srgbClr val="FFFFFF"/>
                </a:solidFill>
                <a:latin typeface="Arial Black"/>
              </a:defRPr>
            </a:pPr>
            <a:r>
              <a:t>ALL WHO COME TO ME SHALL NOT HUNGER,</a:t>
            </a:r>
          </a:p>
          <a:p>
            <a:pPr algn="ctr">
              <a:lnSpc>
                <a:spcPct val="115000"/>
              </a:lnSpc>
              <a:spcAft>
                <a:spcPts val="1400"/>
              </a:spcAft>
              <a:defRPr sz="3800" b="1" i="0">
                <a:solidFill>
                  <a:srgbClr val="FFFFFF"/>
                </a:solidFill>
                <a:latin typeface="Arial Black"/>
              </a:defRPr>
            </a:pPr>
            <a:r>
              <a:t>AND WHO BELIEVE IN ME SHALL NOT THIRST.</a:t>
            </a:r>
          </a:p>
          <a:p>
            <a:pPr algn="ctr">
              <a:lnSpc>
                <a:spcPct val="115000"/>
              </a:lnSpc>
              <a:spcAft>
                <a:spcPts val="1400"/>
              </a:spcAft>
              <a:defRPr sz="3800" b="1" i="0">
                <a:solidFill>
                  <a:srgbClr val="FFFFFF"/>
                </a:solidFill>
                <a:latin typeface="Arial Black"/>
              </a:defRPr>
            </a:pPr>
            <a:r>
              <a:t>NO ONE CAN COME TO ME UNLESS</a:t>
            </a:r>
          </a:p>
          <a:p>
            <a:pPr algn="ctr">
              <a:lnSpc>
                <a:spcPct val="115000"/>
              </a:lnSpc>
              <a:spcAft>
                <a:spcPts val="1400"/>
              </a:spcAft>
              <a:defRPr sz="3800" b="1" i="0">
                <a:solidFill>
                  <a:srgbClr val="FFFFFF"/>
                </a:solidFill>
                <a:latin typeface="Arial Black"/>
              </a:defRPr>
            </a:pPr>
            <a:r>
              <a:t>MY FATHER BECKONS.</a:t>
            </a:r>
          </a:p>
          <a:p>
            <a:pPr algn="ctr">
              <a:lnSpc>
                <a:spcPct val="115000"/>
              </a:lnSpc>
              <a:spcAft>
                <a:spcPts val="1400"/>
              </a:spcAft>
              <a:defRPr sz="3800" b="1" i="0">
                <a:solidFill>
                  <a:srgbClr val="FFFFFF"/>
                </a:solidFill>
                <a:latin typeface="Arial Black"/>
              </a:defRPr>
            </a:pPr>
            <a:r>
              <a:t>AND I WILL RAISE THEM UP,</a:t>
            </a:r>
          </a:p>
          <a:p>
            <a:pPr algn="ctr">
              <a:lnSpc>
                <a:spcPct val="115000"/>
              </a:lnSpc>
              <a:spcAft>
                <a:spcPts val="1400"/>
              </a:spcAft>
              <a:defRPr sz="3800" b="1" i="0">
                <a:solidFill>
                  <a:srgbClr val="FFFFFF"/>
                </a:solidFill>
                <a:latin typeface="Arial Black"/>
              </a:defRPr>
            </a:pPr>
            <a:r>
              <a:t>AND I WILL RAISE THEM UP,</a:t>
            </a:r>
          </a:p>
          <a:p>
            <a:pPr algn="ctr">
              <a:lnSpc>
                <a:spcPct val="115000"/>
              </a:lnSpc>
              <a:spcAft>
                <a:spcPts val="1400"/>
              </a:spcAft>
              <a:defRPr sz="3800" b="1" i="0">
                <a:solidFill>
                  <a:srgbClr val="FFFFFF"/>
                </a:solidFill>
                <a:latin typeface="Arial Black"/>
              </a:defRPr>
            </a:pPr>
            <a:r>
              <a:t>AND I WILL RAISE THEM UP ON THE LAST DAY.</a:t>
            </a:r>
          </a:p>
          <a:p>
            <a:pPr algn="ctr">
              <a:lnSpc>
                <a:spcPct val="115000"/>
              </a:lnSpc>
              <a:spcAft>
                <a:spcPts val="1400"/>
              </a:spcAft>
              <a:defRPr sz="3800" b="1" i="0">
                <a:solidFill>
                  <a:srgbClr val="FFFFFF"/>
                </a:solidFill>
                <a:latin typeface="Arial Black"/>
              </a:defRPr>
            </a:pPr>
            <a:r>
              <a:t>THE BREAD THAT I WILL GIVE</a:t>
            </a:r>
          </a:p>
          <a:p>
            <a:pPr algn="ctr">
              <a:lnSpc>
                <a:spcPct val="115000"/>
              </a:lnSpc>
              <a:spcAft>
                <a:spcPts val="1400"/>
              </a:spcAft>
              <a:defRPr sz="3800" b="1" i="0">
                <a:solidFill>
                  <a:srgbClr val="FFFFFF"/>
                </a:solidFill>
                <a:latin typeface="Arial Black"/>
              </a:defRPr>
            </a:pPr>
            <a:r>
              <a:t>IS MY FLESH FOR THE LIFE OF THE WORLD</a:t>
            </a:r>
          </a:p>
          <a:p>
            <a:pPr algn="ctr">
              <a:lnSpc>
                <a:spcPct val="115000"/>
              </a:lnSpc>
              <a:spcAft>
                <a:spcPts val="1400"/>
              </a:spcAft>
              <a:defRPr sz="3800" b="1" i="0">
                <a:solidFill>
                  <a:srgbClr val="FFFFFF"/>
                </a:solidFill>
                <a:latin typeface="Arial Black"/>
              </a:defRPr>
            </a:pPr>
            <a:r>
              <a:t>AND IF YOU EAT OF THIS BREAD,</a:t>
            </a:r>
          </a:p>
          <a:p>
            <a:pPr algn="ctr">
              <a:lnSpc>
                <a:spcPct val="115000"/>
              </a:lnSpc>
              <a:spcAft>
                <a:spcPts val="1400"/>
              </a:spcAft>
              <a:defRPr sz="3800" b="1" i="0">
                <a:solidFill>
                  <a:srgbClr val="FFFFFF"/>
                </a:solidFill>
                <a:latin typeface="Arial Black"/>
              </a:defRPr>
            </a:pPr>
            <a:r>
              <a:t>YOU SHALL LIVE FOREVER,</a:t>
            </a:r>
          </a:p>
          <a:p>
            <a:pPr algn="ctr">
              <a:lnSpc>
                <a:spcPct val="115000"/>
              </a:lnSpc>
              <a:spcAft>
                <a:spcPts val="1400"/>
              </a:spcAft>
              <a:defRPr sz="3800" b="1" i="0">
                <a:solidFill>
                  <a:srgbClr val="FFFFFF"/>
                </a:solidFill>
                <a:latin typeface="Arial Black"/>
              </a:defRPr>
            </a:pPr>
            <a:r>
              <a:t>YES, LIVE FOREVER.</a:t>
            </a:r>
          </a:p>
          <a:p>
            <a:pPr algn="ctr">
              <a:lnSpc>
                <a:spcPct val="115000"/>
              </a:lnSpc>
              <a:spcAft>
                <a:spcPts val="1400"/>
              </a:spcAft>
              <a:defRPr sz="3800" b="1" i="0">
                <a:solidFill>
                  <a:srgbClr val="FFFFFF"/>
                </a:solidFill>
                <a:latin typeface="Arial Black"/>
              </a:defRPr>
            </a:pPr>
            <a:r>
              <a:t>UNLESS YOU EAT</a:t>
            </a:r>
          </a:p>
          <a:p>
            <a:pPr algn="ctr">
              <a:lnSpc>
                <a:spcPct val="115000"/>
              </a:lnSpc>
              <a:spcAft>
                <a:spcPts val="1400"/>
              </a:spcAft>
              <a:defRPr sz="3800" b="1" i="0">
                <a:solidFill>
                  <a:srgbClr val="FFFFFF"/>
                </a:solidFill>
                <a:latin typeface="Arial Black"/>
              </a:defRPr>
            </a:pPr>
            <a:r>
              <a:t>OF THE FLESH OF THE SON OF MAN</a:t>
            </a:r>
          </a:p>
          <a:p>
            <a:pPr algn="ctr">
              <a:lnSpc>
                <a:spcPct val="115000"/>
              </a:lnSpc>
              <a:spcAft>
                <a:spcPts val="1400"/>
              </a:spcAft>
              <a:defRPr sz="3800" b="1" i="0">
                <a:solidFill>
                  <a:srgbClr val="FFFFFF"/>
                </a:solidFill>
                <a:latin typeface="Arial Black"/>
              </a:defRPr>
            </a:pPr>
            <a:r>
              <a:t>AND DRINK OF HIS BLOOD,</a:t>
            </a:r>
          </a:p>
          <a:p>
            <a:pPr algn="ctr">
              <a:lnSpc>
                <a:spcPct val="115000"/>
              </a:lnSpc>
              <a:spcAft>
                <a:spcPts val="1400"/>
              </a:spcAft>
              <a:defRPr sz="3800" b="1" i="0">
                <a:solidFill>
                  <a:srgbClr val="FFFFFF"/>
                </a:solidFill>
                <a:latin typeface="Arial Black"/>
              </a:defRPr>
            </a:pPr>
            <a:r>
              <a:t>AND DRINK OF HIS BLOOD,</a:t>
            </a:r>
          </a:p>
          <a:p>
            <a:pPr algn="ctr">
              <a:lnSpc>
                <a:spcPct val="115000"/>
              </a:lnSpc>
              <a:spcAft>
                <a:spcPts val="1400"/>
              </a:spcAft>
              <a:defRPr sz="3800" b="1" i="0">
                <a:solidFill>
                  <a:srgbClr val="FFFFFF"/>
                </a:solidFill>
                <a:latin typeface="Arial Black"/>
              </a:defRPr>
            </a:pPr>
            <a:r>
              <a:t>THERE IS NO LIFE IN YOU,</a:t>
            </a:r>
          </a:p>
        </p:txBody>
      </p:sp>
      <p:sp>
        <p:nvSpPr>
          <p:cNvPr id="6" name="TextBox 5"/>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8C8C91"/>
                </a:solidFill>
                <a:latin typeface="Calibri"/>
              </a:defRPr>
            </a:pPr>
            <a:r>
              <a:t>Gwangju Catholic Church Community</a:t>
            </a:r>
          </a:p>
          <a:p>
            <a:pPr>
              <a:spcBef>
                <a:spcPts val="200"/>
              </a:spcBef>
              <a:defRPr sz="1200" b="0" i="0">
                <a:solidFill>
                  <a:srgbClr val="FFCC4D"/>
                </a:solidFill>
                <a:latin typeface="Calibri"/>
              </a:defRPr>
            </a:pPr>
            <a:r>
              <a:t>Offertory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FFFFFF"/>
                </a:solidFill>
                <a:latin typeface="Calibri"/>
              </a:defRPr>
            </a:pPr>
            <a:r>
              <a:t>Gwangju Catholic Church Community</a:t>
            </a:r>
          </a:p>
        </p:txBody>
      </p:sp>
      <p:sp>
        <p:nvSpPr>
          <p:cNvPr id="4" name="TextBox 3"/>
          <p:cNvSpPr txBox="1"/>
          <p:nvPr/>
        </p:nvSpPr>
        <p:spPr>
          <a:xfrm>
            <a:off x="685800" y="1417320"/>
            <a:ext cx="16916400" cy="8001000"/>
          </a:xfrm>
          <a:prstGeom prst="rect">
            <a:avLst/>
          </a:prstGeom>
          <a:noFill/>
        </p:spPr>
        <p:txBody>
          <a:bodyPr wrap="square" lIns="109728" rIns="109728" tIns="73152" bIns="73152" anchor="ctr">
            <a:noAutofit/>
          </a:bodyPr>
          <a:lstStyle/>
          <a:p>
            <a:pPr algn="ctr">
              <a:lnSpc>
                <a:spcPct val="115000"/>
              </a:lnSpc>
              <a:spcAft>
                <a:spcPts val="1400"/>
              </a:spcAft>
              <a:defRPr sz="3800" b="1" i="0">
                <a:solidFill>
                  <a:srgbClr val="FFFFFF"/>
                </a:solidFill>
                <a:latin typeface="Arial Black"/>
              </a:defRPr>
            </a:pPr>
            <a:r>
              <a:t>THERE IS NO LIFE IN YOU.</a:t>
            </a:r>
          </a:p>
          <a:p>
            <a:pPr algn="ctr">
              <a:lnSpc>
                <a:spcPct val="115000"/>
              </a:lnSpc>
              <a:spcAft>
                <a:spcPts val="1400"/>
              </a:spcAft>
              <a:defRPr sz="3800" b="1" i="0">
                <a:solidFill>
                  <a:srgbClr val="FFFFFF"/>
                </a:solidFill>
                <a:latin typeface="Arial Black"/>
              </a:defRPr>
            </a:pPr>
            <a:r>
              <a:t>AND I WILL RAISE THEM UP,</a:t>
            </a:r>
          </a:p>
          <a:p>
            <a:pPr algn="ctr">
              <a:lnSpc>
                <a:spcPct val="115000"/>
              </a:lnSpc>
              <a:spcAft>
                <a:spcPts val="1400"/>
              </a:spcAft>
              <a:defRPr sz="3800" b="1" i="0">
                <a:solidFill>
                  <a:srgbClr val="FFFFFF"/>
                </a:solidFill>
                <a:latin typeface="Arial Black"/>
              </a:defRPr>
            </a:pPr>
            <a:r>
              <a:t>AND I WILL RAISE THEM UP,</a:t>
            </a:r>
          </a:p>
          <a:p>
            <a:pPr algn="ctr">
              <a:lnSpc>
                <a:spcPct val="115000"/>
              </a:lnSpc>
              <a:spcAft>
                <a:spcPts val="1400"/>
              </a:spcAft>
              <a:defRPr sz="3800" b="1" i="0">
                <a:solidFill>
                  <a:srgbClr val="FFFFFF"/>
                </a:solidFill>
                <a:latin typeface="Arial Black"/>
              </a:defRPr>
            </a:pPr>
            <a:r>
              <a:t>AND I WILL RAISE THEM UP ON THE LAST DAY.</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8C8C91"/>
                </a:solidFill>
                <a:latin typeface="Calibri"/>
              </a:defRPr>
            </a:pPr>
            <a:r>
              <a:t>Gwangju Catholic Church Community</a:t>
            </a:r>
          </a:p>
          <a:p>
            <a:pPr>
              <a:spcBef>
                <a:spcPts val="200"/>
              </a:spcBef>
              <a:defRPr sz="1200" b="0" i="0">
                <a:solidFill>
                  <a:srgbClr val="FFCC4D"/>
                </a:solidFill>
                <a:latin typeface="Calibri"/>
              </a:defRPr>
            </a:pPr>
            <a:r>
              <a:t>Offertory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645920"/>
            <a:ext cx="16916400" cy="4114800"/>
          </a:xfrm>
          <a:prstGeom prst="rect">
            <a:avLst/>
          </a:prstGeom>
          <a:noFill/>
        </p:spPr>
        <p:txBody>
          <a:bodyPr wrap="square" lIns="109728" rIns="109728" tIns="73152" bIns="73152">
            <a:noAutofit/>
          </a:bodyPr>
          <a:lstStyle/>
          <a:p>
            <a:pPr algn="ctr">
              <a:defRPr sz="4400" b="1" i="0">
                <a:solidFill>
                  <a:srgbClr val="56515A"/>
                </a:solidFill>
                <a:latin typeface="Calibri"/>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Eucharist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Pray, brethren, that my sacrifice and yours may be acceptable to God, the almighty Father.</a:t>
            </a:r>
          </a:p>
          <a:p>
            <a:pPr>
              <a:spcAft>
                <a:spcPts val="500"/>
              </a:spcAft>
              <a:defRPr sz="2000" b="1" i="0">
                <a:solidFill>
                  <a:srgbClr val="1A1A1E"/>
                </a:solidFill>
                <a:latin typeface="Calibri"/>
              </a:defRPr>
            </a:pPr>
            <a:r>
              <a:t>May the Lord accept the sacrifice at your hands, for the praise and glory of his name, for our good and the good of all his holy Church.</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Eucharist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645920"/>
            <a:ext cx="16916400" cy="4114800"/>
          </a:xfrm>
          <a:prstGeom prst="rect">
            <a:avLst/>
          </a:prstGeom>
          <a:noFill/>
        </p:spPr>
        <p:txBody>
          <a:bodyPr wrap="square" lIns="109728" rIns="109728" tIns="73152" bIns="73152">
            <a:noAutofit/>
          </a:bodyPr>
          <a:lstStyle/>
          <a:p>
            <a:pPr algn="ctr">
              <a:defRPr sz="4400" b="1" i="0">
                <a:solidFill>
                  <a:srgbClr val="56515A"/>
                </a:solidFill>
                <a:latin typeface="Calibri"/>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Eucharist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The Lord be with you.</a:t>
            </a:r>
          </a:p>
          <a:p>
            <a:pPr>
              <a:spcAft>
                <a:spcPts val="500"/>
              </a:spcAft>
              <a:defRPr sz="2000" b="1" i="0">
                <a:solidFill>
                  <a:srgbClr val="1A1A1E"/>
                </a:solidFill>
                <a:latin typeface="Calibri"/>
              </a:defRPr>
            </a:pPr>
            <a:r>
              <a:t>And with your spirit.</a:t>
            </a:r>
          </a:p>
          <a:p>
            <a:pPr>
              <a:spcAft>
                <a:spcPts val="500"/>
              </a:spcAft>
              <a:defRPr sz="2000" b="1" i="0">
                <a:solidFill>
                  <a:srgbClr val="56515A"/>
                </a:solidFill>
                <a:latin typeface="Calibri"/>
              </a:defRPr>
            </a:pPr>
            <a:r>
              <a:t>Lift up your hearts.</a:t>
            </a:r>
          </a:p>
          <a:p>
            <a:pPr>
              <a:spcAft>
                <a:spcPts val="500"/>
              </a:spcAft>
              <a:defRPr sz="2000" b="1" i="0">
                <a:solidFill>
                  <a:srgbClr val="1A1A1E"/>
                </a:solidFill>
                <a:latin typeface="Calibri"/>
              </a:defRPr>
            </a:pPr>
            <a:r>
              <a:t>We lift them up to the Lord.</a:t>
            </a:r>
          </a:p>
          <a:p>
            <a:pPr>
              <a:spcAft>
                <a:spcPts val="500"/>
              </a:spcAft>
              <a:defRPr sz="2000" b="1" i="0">
                <a:solidFill>
                  <a:srgbClr val="56515A"/>
                </a:solidFill>
                <a:latin typeface="Calibri"/>
              </a:defRPr>
            </a:pPr>
            <a:r>
              <a:t>Let us give thanks to the Lord our God.</a:t>
            </a:r>
          </a:p>
          <a:p>
            <a:pPr>
              <a:spcAft>
                <a:spcPts val="500"/>
              </a:spcAft>
              <a:defRPr sz="2000" b="1" i="0">
                <a:solidFill>
                  <a:srgbClr val="1A1A1E"/>
                </a:solidFill>
                <a:latin typeface="Calibri"/>
              </a:defRPr>
            </a:pPr>
            <a:r>
              <a:t>It is right and just.</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Eucharist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500" b="0" i="1">
                <a:solidFill>
                  <a:srgbClr val="56515A"/>
                </a:solidFill>
                <a:latin typeface="Calibri"/>
              </a:defRPr>
            </a:pPr>
            <a:r>
              <a:t>The Priest continues with the Preface of the day from the Roman Missal — the entire Preface proper for this Mass, not truncated — until the point where the people join in singing or saying the Holy, Holy (Sanctus).</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Eucharist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Holy, Holy, Holy Lord God of hosts.</a:t>
            </a:r>
          </a:p>
          <a:p>
            <a:pPr>
              <a:spcAft>
                <a:spcPts val="500"/>
              </a:spcAft>
              <a:defRPr sz="1900" b="0" i="0">
                <a:solidFill>
                  <a:srgbClr val="1A1A1E"/>
                </a:solidFill>
                <a:latin typeface="Calibri"/>
              </a:defRPr>
            </a:pPr>
            <a:r>
              <a:t>Heaven and earth are full of your glory.</a:t>
            </a:r>
          </a:p>
          <a:p>
            <a:pPr>
              <a:spcAft>
                <a:spcPts val="500"/>
              </a:spcAft>
              <a:defRPr sz="1900" b="0" i="0">
                <a:solidFill>
                  <a:srgbClr val="1A1A1E"/>
                </a:solidFill>
                <a:latin typeface="Calibri"/>
              </a:defRPr>
            </a:pPr>
            <a:r>
              <a:t>Hosanna in the highest.</a:t>
            </a:r>
          </a:p>
          <a:p>
            <a:pPr>
              <a:spcAft>
                <a:spcPts val="500"/>
              </a:spcAft>
              <a:defRPr sz="1900" b="0" i="0">
                <a:solidFill>
                  <a:srgbClr val="1A1A1E"/>
                </a:solidFill>
                <a:latin typeface="Calibri"/>
              </a:defRPr>
            </a:pPr>
            <a:r>
              <a:t>Blessed is he who comes in the name of the Lord.</a:t>
            </a:r>
          </a:p>
          <a:p>
            <a:pPr>
              <a:spcAft>
                <a:spcPts val="500"/>
              </a:spcAft>
              <a:defRPr sz="1900" b="0" i="0">
                <a:solidFill>
                  <a:srgbClr val="1A1A1E"/>
                </a:solidFill>
                <a:latin typeface="Calibri"/>
              </a:defRPr>
            </a:pPr>
            <a:r>
              <a:t>Hosanna in the highest.</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Sanctus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645920"/>
            <a:ext cx="16916400" cy="4114800"/>
          </a:xfrm>
          <a:prstGeom prst="rect">
            <a:avLst/>
          </a:prstGeom>
          <a:noFill/>
        </p:spPr>
        <p:txBody>
          <a:bodyPr wrap="square" lIns="109728" rIns="109728" tIns="73152" bIns="73152">
            <a:noAutofit/>
          </a:bodyPr>
          <a:lstStyle/>
          <a:p>
            <a:pPr algn="ctr">
              <a:defRPr sz="4400" b="1" i="0">
                <a:solidFill>
                  <a:srgbClr val="56515A"/>
                </a:solidFill>
                <a:latin typeface="Calibri"/>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500" b="0" i="1">
                <a:solidFill>
                  <a:srgbClr val="56515A"/>
                </a:solidFill>
                <a:latin typeface="Calibri"/>
              </a:defRPr>
            </a:pPr>
            <a:r>
              <a:t>The Priest sings or says the introduction to the Mystery of Faith, then the people sing or say one of these Memorial Acclamations in full:</a:t>
            </a:r>
          </a:p>
          <a:p>
            <a:pPr>
              <a:spcAft>
                <a:spcPts val="500"/>
              </a:spcAft>
              <a:defRPr sz="1900" b="1" i="0">
                <a:solidFill>
                  <a:srgbClr val="1A1A1E"/>
                </a:solidFill>
                <a:latin typeface="Calibri"/>
              </a:defRPr>
            </a:pPr>
            <a:r>
              <a:t>We proclaim your Death, O Lord, and profess your Resurrection until you come again.</a:t>
            </a:r>
          </a:p>
          <a:p>
            <a:pPr>
              <a:spcAft>
                <a:spcPts val="500"/>
              </a:spcAft>
              <a:defRPr sz="1500" b="0" i="1">
                <a:solidFill>
                  <a:srgbClr val="56515A"/>
                </a:solidFill>
                <a:latin typeface="Calibri"/>
              </a:defRPr>
            </a:pPr>
            <a:r>
              <a:t>or</a:t>
            </a:r>
          </a:p>
          <a:p>
            <a:pPr>
              <a:spcAft>
                <a:spcPts val="500"/>
              </a:spcAft>
              <a:defRPr sz="1900" b="1" i="0">
                <a:solidFill>
                  <a:srgbClr val="1A1A1E"/>
                </a:solidFill>
                <a:latin typeface="Calibri"/>
              </a:defRPr>
            </a:pPr>
            <a:r>
              <a:t>When we eat this Bread and drink this Cup, we proclaim your Death, O Lord, until you come again.</a:t>
            </a:r>
          </a:p>
          <a:p>
            <a:pPr>
              <a:spcAft>
                <a:spcPts val="500"/>
              </a:spcAft>
              <a:defRPr sz="1500" b="0" i="1">
                <a:solidFill>
                  <a:srgbClr val="56515A"/>
                </a:solidFill>
                <a:latin typeface="Calibri"/>
              </a:defRPr>
            </a:pPr>
            <a:r>
              <a:t>or</a:t>
            </a:r>
          </a:p>
          <a:p>
            <a:pPr>
              <a:spcAft>
                <a:spcPts val="500"/>
              </a:spcAft>
              <a:defRPr sz="1900" b="1" i="0">
                <a:solidFill>
                  <a:srgbClr val="1A1A1E"/>
                </a:solidFill>
                <a:latin typeface="Calibri"/>
              </a:defRPr>
            </a:pPr>
            <a:r>
              <a:t>Save us, Savior of the world, for by your Cross and Resurrection you have set us free.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The Eucharistic Prayer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645920"/>
            <a:ext cx="16916400" cy="4114800"/>
          </a:xfrm>
          <a:prstGeom prst="rect">
            <a:avLst/>
          </a:prstGeom>
          <a:noFill/>
        </p:spPr>
        <p:txBody>
          <a:bodyPr wrap="square" lIns="109728" rIns="109728" tIns="73152" bIns="73152">
            <a:noAutofit/>
          </a:bodyPr>
          <a:lstStyle/>
          <a:p>
            <a:pPr algn="ctr">
              <a:defRPr sz="4400" b="1" i="0">
                <a:solidFill>
                  <a:srgbClr val="56515A"/>
                </a:solidFill>
                <a:latin typeface="Calibri"/>
              </a:defRPr>
            </a:pPr>
            <a:r>
              <a:t>LITURGY OF</a:t>
            </a:r>
            <a:br/>
            <a:r>
              <a:t>THE EUCHARIST</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1A1A1E"/>
                </a:solidFill>
                <a:latin typeface="Calibri"/>
              </a:defRPr>
            </a:pPr>
            <a:r>
              <a:t>Amen.</a:t>
            </a:r>
          </a:p>
          <a:p>
            <a:pPr>
              <a:spcAft>
                <a:spcPts val="500"/>
              </a:spcAft>
              <a:defRPr sz="1500" b="0" i="1">
                <a:solidFill>
                  <a:srgbClr val="56515A"/>
                </a:solidFill>
                <a:latin typeface="Calibri"/>
              </a:defRPr>
            </a:pPr>
            <a:r>
              <a:t>The people respond “Amen” once to the doxology at the end of the Eucharistic Prayer, unless local solemn custom repeats it.</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Great Amen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주님의 기도</a:t>
            </a:r>
          </a:p>
          <a:p>
            <a:pPr>
              <a:spcAft>
                <a:spcPts val="500"/>
              </a:spcAft>
              <a:defRPr sz="1900" b="0" i="0">
                <a:solidFill>
                  <a:srgbClr val="1A1A1E"/>
                </a:solidFill>
                <a:latin typeface="Calibri"/>
              </a:defRPr>
            </a:pPr>
            <a:r>
              <a:t>하늘에 계신 우리 아버지,</a:t>
            </a:r>
          </a:p>
          <a:p>
            <a:pPr>
              <a:spcAft>
                <a:spcPts val="500"/>
              </a:spcAft>
              <a:defRPr sz="1900" b="0" i="0">
                <a:solidFill>
                  <a:srgbClr val="1A1A1E"/>
                </a:solidFill>
                <a:latin typeface="Calibri"/>
              </a:defRPr>
            </a:pPr>
            <a:r>
              <a:t>아버지 이름 빛나시며</a:t>
            </a:r>
          </a:p>
          <a:p>
            <a:pPr>
              <a:spcAft>
                <a:spcPts val="500"/>
              </a:spcAft>
              <a:defRPr sz="1900" b="0" i="0">
                <a:solidFill>
                  <a:srgbClr val="1A1A1E"/>
                </a:solidFill>
                <a:latin typeface="Calibri"/>
              </a:defRPr>
            </a:pPr>
            <a:r>
              <a:t>아버지 뜻이 하늘에서와 같이 땅에서도 이루어지소서</a:t>
            </a:r>
          </a:p>
          <a:p>
            <a:pPr>
              <a:spcAft>
                <a:spcPts val="500"/>
              </a:spcAft>
              <a:defRPr sz="1900" b="0" i="0">
                <a:solidFill>
                  <a:srgbClr val="1A1A1E"/>
                </a:solidFill>
                <a:latin typeface="Calibri"/>
              </a:defRPr>
            </a:pPr>
            <a:r>
              <a:t>저희에게 일용할 양식 주시고,</a:t>
            </a:r>
          </a:p>
          <a:p>
            <a:pPr>
              <a:spcAft>
                <a:spcPts val="500"/>
              </a:spcAft>
              <a:defRPr sz="1900" b="0" i="0">
                <a:solidFill>
                  <a:srgbClr val="1A1A1E"/>
                </a:solidFill>
                <a:latin typeface="Calibri"/>
              </a:defRPr>
            </a:pPr>
            <a:r>
              <a:t>저희의 죄를 용서하시고</a:t>
            </a:r>
          </a:p>
          <a:p>
            <a:pPr>
              <a:spcAft>
                <a:spcPts val="500"/>
              </a:spcAft>
              <a:defRPr sz="1900" b="0" i="0">
                <a:solidFill>
                  <a:srgbClr val="1A1A1E"/>
                </a:solidFill>
                <a:latin typeface="Calibri"/>
              </a:defRPr>
            </a:pPr>
            <a:r>
              <a:t>유혹에 빠지지 않게 하시고,</a:t>
            </a:r>
          </a:p>
          <a:p>
            <a:pPr>
              <a:spcAft>
                <a:spcPts val="500"/>
              </a:spcAft>
              <a:defRPr sz="1900" b="0" i="0">
                <a:solidFill>
                  <a:srgbClr val="1A1A1E"/>
                </a:solidFill>
                <a:latin typeface="Calibri"/>
              </a:defRPr>
            </a:pPr>
            <a:r>
              <a:t>악에서도 저희 구하소서</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Our Father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영광이 영원히 아버지의 것입니다.</a:t>
            </a:r>
          </a:p>
          <a:p>
            <a:pPr>
              <a:spcAft>
                <a:spcPts val="500"/>
              </a:spcAft>
              <a:defRPr sz="1900" b="0" i="0">
                <a:solidFill>
                  <a:srgbClr val="1A1A1E"/>
                </a:solidFill>
                <a:latin typeface="Calibri"/>
              </a:defRPr>
            </a:pPr>
            <a:r>
              <a:t>아멘.</a:t>
            </a:r>
          </a:p>
          <a:p>
            <a:pPr>
              <a:spcAft>
                <a:spcPts val="500"/>
              </a:spcAft>
              <a:defRPr sz="1500" b="0" i="1">
                <a:solidFill>
                  <a:srgbClr val="56515A"/>
                </a:solidFill>
                <a:latin typeface="Calibri"/>
              </a:defRPr>
            </a:pPr>
            <a:r>
              <a:t>Korean text of the Lord’s Prayer from approved diocesan or national use, spoken or sung in full.</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Our Father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Our Father, who art in heaven,</a:t>
            </a:r>
          </a:p>
          <a:p>
            <a:pPr>
              <a:spcAft>
                <a:spcPts val="500"/>
              </a:spcAft>
              <a:defRPr sz="1900" b="0" i="0">
                <a:solidFill>
                  <a:srgbClr val="1A1A1E"/>
                </a:solidFill>
                <a:latin typeface="Calibri"/>
              </a:defRPr>
            </a:pPr>
            <a:r>
              <a:t>hallowed be thy name;</a:t>
            </a:r>
          </a:p>
          <a:p>
            <a:pPr>
              <a:spcAft>
                <a:spcPts val="500"/>
              </a:spcAft>
              <a:defRPr sz="1900" b="0" i="0">
                <a:solidFill>
                  <a:srgbClr val="1A1A1E"/>
                </a:solidFill>
                <a:latin typeface="Calibri"/>
              </a:defRPr>
            </a:pPr>
            <a:r>
              <a:t>thy kingdom come;</a:t>
            </a:r>
          </a:p>
          <a:p>
            <a:pPr>
              <a:spcAft>
                <a:spcPts val="500"/>
              </a:spcAft>
              <a:defRPr sz="1900" b="0" i="0">
                <a:solidFill>
                  <a:srgbClr val="1A1A1E"/>
                </a:solidFill>
                <a:latin typeface="Calibri"/>
              </a:defRPr>
            </a:pPr>
            <a:r>
              <a:t>thy will be done</a:t>
            </a:r>
          </a:p>
          <a:p>
            <a:pPr>
              <a:spcAft>
                <a:spcPts val="500"/>
              </a:spcAft>
              <a:defRPr sz="1900" b="0" i="0">
                <a:solidFill>
                  <a:srgbClr val="1A1A1E"/>
                </a:solidFill>
                <a:latin typeface="Calibri"/>
              </a:defRPr>
            </a:pPr>
            <a:r>
              <a:t>on earth as it is in heaven.</a:t>
            </a:r>
          </a:p>
          <a:p>
            <a:pPr>
              <a:spcAft>
                <a:spcPts val="500"/>
              </a:spcAft>
              <a:defRPr sz="1900" b="0" i="0">
                <a:solidFill>
                  <a:srgbClr val="1A1A1E"/>
                </a:solidFill>
                <a:latin typeface="Calibri"/>
              </a:defRPr>
            </a:pPr>
            <a:r>
              <a:t>Give us this day our daily bread;</a:t>
            </a:r>
          </a:p>
          <a:p>
            <a:pPr>
              <a:spcAft>
                <a:spcPts val="500"/>
              </a:spcAft>
              <a:defRPr sz="1900" b="0" i="0">
                <a:solidFill>
                  <a:srgbClr val="1A1A1E"/>
                </a:solidFill>
                <a:latin typeface="Calibri"/>
              </a:defRPr>
            </a:pPr>
            <a:r>
              <a:t>and forgive us our trespasses,</a:t>
            </a:r>
          </a:p>
          <a:p>
            <a:pPr>
              <a:spcAft>
                <a:spcPts val="500"/>
              </a:spcAft>
              <a:defRPr sz="1900" b="0" i="0">
                <a:solidFill>
                  <a:srgbClr val="1A1A1E"/>
                </a:solidFill>
                <a:latin typeface="Calibri"/>
              </a:defRPr>
            </a:pPr>
            <a:r>
              <a:t>as we forgive those who trespass against us;</a:t>
            </a:r>
          </a:p>
          <a:p>
            <a:pPr>
              <a:spcAft>
                <a:spcPts val="500"/>
              </a:spcAft>
              <a:defRPr sz="1900" b="0" i="0">
                <a:solidFill>
                  <a:srgbClr val="1A1A1E"/>
                </a:solidFill>
                <a:latin typeface="Calibri"/>
              </a:defRPr>
            </a:pPr>
            <a:r>
              <a:t>and lead us not into temptation,</a:t>
            </a:r>
          </a:p>
          <a:p>
            <a:pPr>
              <a:spcAft>
                <a:spcPts val="500"/>
              </a:spcAft>
              <a:defRPr sz="1900" b="0" i="0">
                <a:solidFill>
                  <a:srgbClr val="1A1A1E"/>
                </a:solidFill>
                <a:latin typeface="Calibri"/>
              </a:defRPr>
            </a:pPr>
            <a:r>
              <a:t>but deliver us from evil.</a:t>
            </a:r>
          </a:p>
          <a:p>
            <a:pPr>
              <a:spcAft>
                <a:spcPts val="500"/>
              </a:spcAft>
              <a:defRPr sz="1500" b="0" i="1">
                <a:solidFill>
                  <a:srgbClr val="56515A"/>
                </a:solidFill>
                <a:latin typeface="Calibri"/>
              </a:defRPr>
            </a:pPr>
            <a:r>
              <a:t>English text from the Roman Missal (The Order of Mass), in full, as used in this celebration.</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Our Father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737360"/>
            <a:ext cx="16916400" cy="5943600"/>
          </a:xfrm>
          <a:prstGeom prst="rect">
            <a:avLst/>
          </a:prstGeom>
          <a:noFill/>
        </p:spPr>
        <p:txBody>
          <a:bodyPr wrap="square" lIns="109728" rIns="109728" tIns="73152" bIns="73152">
            <a:noAutofit/>
          </a:bodyPr>
          <a:lstStyle/>
          <a:p>
            <a:pPr>
              <a:spcAft>
                <a:spcPts val="300"/>
              </a:spcAft>
              <a:defRPr sz="2100" b="1" i="0">
                <a:solidFill>
                  <a:srgbClr val="56515A"/>
                </a:solidFill>
                <a:latin typeface="Calibri"/>
              </a:defRPr>
            </a:pPr>
            <a:r>
              <a:t>MASS CELEBRANT:</a:t>
            </a:r>
          </a:p>
          <a:p>
            <a:pPr>
              <a:spcAft>
                <a:spcPts val="300"/>
              </a:spcAft>
              <a:defRPr sz="2100" b="0" i="0">
                <a:solidFill>
                  <a:srgbClr val="1A1A1E"/>
                </a:solidFill>
                <a:latin typeface="Calibri"/>
              </a:defRPr>
            </a:pPr>
            <a:r>
              <a:t>Gabby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Gwangju</a:t>
            </a:r>
            <a:br/>
            <a:r>
              <a:t>Catholic</a:t>
            </a:r>
            <a:br/>
            <a:r>
              <a:t>Church</a:t>
            </a:r>
            <a:br/>
            <a:r>
              <a:t>Community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Gospel (John 14:15-21)</a:t>
            </a:r>
          </a:p>
          <a:p>
            <a:pPr>
              <a:spcAft>
                <a:spcPts val="300"/>
              </a:spcAft>
              <a:defRPr sz="2100" b="0" i="0">
                <a:solidFill>
                  <a:srgbClr val="1A1A1E"/>
                </a:solidFill>
                <a:latin typeface="Calibri"/>
              </a:defRPr>
            </a:pPr>
            <a:r>
              <a:t>“I will pray to the Father, and he will give you another Counselor, that he may be with you forever,— the Spirit of truth, whom the world can't receive; for it doesn't see him, neither knows him.”</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YEAR A</a:t>
            </a:r>
          </a:p>
          <a:p>
            <a:pPr>
              <a:spcAft>
                <a:spcPts val="300"/>
              </a:spcAft>
              <a:defRPr sz="2100" b="0" i="0">
                <a:solidFill>
                  <a:srgbClr val="1A1A1E"/>
                </a:solidFill>
                <a:latin typeface="Calibri"/>
              </a:defRPr>
            </a:pPr>
            <a:r>
              <a:t>2026-05-10 · Eastertide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Mass poster / divider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Deliver us, Lord, we pray, from every evil, graciously grant peace in our days, that, by the help of your mercy, we may be always free from sin and safe from all distress, as we await the blessed hope and the coming of our Savior, Jesus Christ.</a:t>
            </a:r>
          </a:p>
          <a:p>
            <a:pPr>
              <a:spcAft>
                <a:spcPts val="500"/>
              </a:spcAft>
              <a:defRPr sz="2000" b="1" i="0">
                <a:solidFill>
                  <a:srgbClr val="1A1A1E"/>
                </a:solidFill>
                <a:latin typeface="Calibri"/>
              </a:defRPr>
            </a:pPr>
            <a:r>
              <a:t>For the kingdom, the power, and the glory are yours, now and for ever. Amen.</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The Communion Rite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737360"/>
            <a:ext cx="16916400" cy="5943600"/>
          </a:xfrm>
          <a:prstGeom prst="rect">
            <a:avLst/>
          </a:prstGeom>
          <a:noFill/>
        </p:spPr>
        <p:txBody>
          <a:bodyPr wrap="square" lIns="109728" rIns="109728" tIns="73152" bIns="73152">
            <a:noAutofit/>
          </a:bodyPr>
          <a:lstStyle/>
          <a:p>
            <a:pPr>
              <a:spcAft>
                <a:spcPts val="300"/>
              </a:spcAft>
              <a:defRPr sz="2100" b="1" i="0">
                <a:solidFill>
                  <a:srgbClr val="56515A"/>
                </a:solidFill>
                <a:latin typeface="Calibri"/>
              </a:defRPr>
            </a:pPr>
            <a:r>
              <a:t>MASS CELEBRANT:</a:t>
            </a:r>
          </a:p>
          <a:p>
            <a:pPr>
              <a:spcAft>
                <a:spcPts val="300"/>
              </a:spcAft>
              <a:defRPr sz="2100" b="0" i="0">
                <a:solidFill>
                  <a:srgbClr val="1A1A1E"/>
                </a:solidFill>
                <a:latin typeface="Calibri"/>
              </a:defRPr>
            </a:pPr>
            <a:r>
              <a:t>Gabby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Gwangju</a:t>
            </a:r>
            <a:br/>
            <a:r>
              <a:t>Catholic</a:t>
            </a:r>
            <a:br/>
            <a:r>
              <a:t>Church</a:t>
            </a:r>
            <a:br/>
            <a:r>
              <a:t>Community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Gospel (John 14:15-21)</a:t>
            </a:r>
          </a:p>
          <a:p>
            <a:pPr>
              <a:spcAft>
                <a:spcPts val="300"/>
              </a:spcAft>
              <a:defRPr sz="2100" b="0" i="0">
                <a:solidFill>
                  <a:srgbClr val="1A1A1E"/>
                </a:solidFill>
                <a:latin typeface="Calibri"/>
              </a:defRPr>
            </a:pPr>
            <a:r>
              <a:t>“I will pray to the Father, and he will give you another Counselor, that he may be with you forever,— the Spirit of truth, whom the world can't receive; for it doesn't see him, neither knows him.”</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YEAR A</a:t>
            </a:r>
          </a:p>
          <a:p>
            <a:pPr>
              <a:spcAft>
                <a:spcPts val="300"/>
              </a:spcAft>
              <a:defRPr sz="2100" b="0" i="0">
                <a:solidFill>
                  <a:srgbClr val="1A1A1E"/>
                </a:solidFill>
                <a:latin typeface="Calibri"/>
              </a:defRPr>
            </a:pPr>
            <a:r>
              <a:t>2026-05-10 · Eastertide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Mass poster / divider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The peace of the Lord be with you always.</a:t>
            </a:r>
          </a:p>
          <a:p>
            <a:pPr>
              <a:spcAft>
                <a:spcPts val="500"/>
              </a:spcAft>
              <a:defRPr sz="2000" b="1" i="0">
                <a:solidFill>
                  <a:srgbClr val="1A1A1E"/>
                </a:solidFill>
                <a:latin typeface="Calibri"/>
              </a:defRPr>
            </a:pPr>
            <a:r>
              <a:t>And with your spirit.</a:t>
            </a:r>
          </a:p>
          <a:p>
            <a:pPr>
              <a:spcAft>
                <a:spcPts val="500"/>
              </a:spcAft>
              <a:defRPr sz="1500" b="0" i="1">
                <a:solidFill>
                  <a:srgbClr val="56515A"/>
                </a:solidFill>
                <a:latin typeface="Calibri"/>
              </a:defRPr>
            </a:pPr>
            <a:r>
              <a:t>Let us offer each other the sign of peace.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Sign of Peace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Lamb of God,</a:t>
            </a:r>
          </a:p>
          <a:p>
            <a:pPr>
              <a:spcAft>
                <a:spcPts val="500"/>
              </a:spcAft>
              <a:defRPr sz="1900" b="0" i="0">
                <a:solidFill>
                  <a:srgbClr val="1A1A1E"/>
                </a:solidFill>
                <a:latin typeface="Calibri"/>
              </a:defRPr>
            </a:pPr>
            <a:r>
              <a:t>you take away the sins of the world,</a:t>
            </a:r>
          </a:p>
          <a:p>
            <a:pPr>
              <a:spcAft>
                <a:spcPts val="500"/>
              </a:spcAft>
              <a:defRPr sz="1900" b="0" i="0">
                <a:solidFill>
                  <a:srgbClr val="1A1A1E"/>
                </a:solidFill>
                <a:latin typeface="Calibri"/>
              </a:defRPr>
            </a:pPr>
            <a:r>
              <a:t>have mercy on us.</a:t>
            </a:r>
          </a:p>
          <a:p>
            <a:pPr>
              <a:spcAft>
                <a:spcPts val="500"/>
              </a:spcAft>
              <a:defRPr sz="1900" b="0" i="0">
                <a:solidFill>
                  <a:srgbClr val="1A1A1E"/>
                </a:solidFill>
                <a:latin typeface="Calibri"/>
              </a:defRPr>
            </a:pPr>
            <a:r>
              <a:t>Lamb of God,</a:t>
            </a:r>
          </a:p>
          <a:p>
            <a:pPr>
              <a:spcAft>
                <a:spcPts val="500"/>
              </a:spcAft>
              <a:defRPr sz="1900" b="0" i="0">
                <a:solidFill>
                  <a:srgbClr val="1A1A1E"/>
                </a:solidFill>
                <a:latin typeface="Calibri"/>
              </a:defRPr>
            </a:pPr>
            <a:r>
              <a:t>you take away the sins of the world,</a:t>
            </a:r>
          </a:p>
          <a:p>
            <a:pPr>
              <a:spcAft>
                <a:spcPts val="500"/>
              </a:spcAft>
              <a:defRPr sz="1900" b="0" i="0">
                <a:solidFill>
                  <a:srgbClr val="1A1A1E"/>
                </a:solidFill>
                <a:latin typeface="Calibri"/>
              </a:defRPr>
            </a:pPr>
            <a:r>
              <a:t>have mercy on us.</a:t>
            </a:r>
          </a:p>
          <a:p>
            <a:pPr>
              <a:spcAft>
                <a:spcPts val="500"/>
              </a:spcAft>
              <a:defRPr sz="1900" b="0" i="0">
                <a:solidFill>
                  <a:srgbClr val="1A1A1E"/>
                </a:solidFill>
                <a:latin typeface="Calibri"/>
              </a:defRPr>
            </a:pPr>
            <a:r>
              <a:t>Lamb of God,</a:t>
            </a:r>
          </a:p>
          <a:p>
            <a:pPr>
              <a:spcAft>
                <a:spcPts val="500"/>
              </a:spcAft>
              <a:defRPr sz="1900" b="0" i="0">
                <a:solidFill>
                  <a:srgbClr val="1A1A1E"/>
                </a:solidFill>
                <a:latin typeface="Calibri"/>
              </a:defRPr>
            </a:pPr>
            <a:r>
              <a:t>you take away the sins of the world,</a:t>
            </a:r>
          </a:p>
          <a:p>
            <a:pPr>
              <a:spcAft>
                <a:spcPts val="500"/>
              </a:spcAft>
              <a:defRPr sz="1900" b="0" i="0">
                <a:solidFill>
                  <a:srgbClr val="1A1A1E"/>
                </a:solidFill>
                <a:latin typeface="Calibri"/>
              </a:defRPr>
            </a:pPr>
            <a:r>
              <a:t>grant us peace.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Lamb of God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Behold the Lamb of God, behold him who takes away the sins of the world. Blessed are those called to the supper of the Lamb.</a:t>
            </a:r>
          </a:p>
          <a:p>
            <a:pPr>
              <a:spcAft>
                <a:spcPts val="500"/>
              </a:spcAft>
              <a:defRPr sz="2000" b="1" i="0">
                <a:solidFill>
                  <a:srgbClr val="1A1A1E"/>
                </a:solidFill>
                <a:latin typeface="Calibri"/>
              </a:defRPr>
            </a:pPr>
            <a:r>
              <a:t>Lord, I am not worthy that you should enter under my roof, but only say the word and my soul shall be healed.</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The Communion Rite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737360"/>
            <a:ext cx="16916400" cy="5943600"/>
          </a:xfrm>
          <a:prstGeom prst="rect">
            <a:avLst/>
          </a:prstGeom>
          <a:noFill/>
        </p:spPr>
        <p:txBody>
          <a:bodyPr wrap="square" lIns="109728" rIns="109728" tIns="73152" bIns="73152">
            <a:noAutofit/>
          </a:bodyPr>
          <a:lstStyle/>
          <a:p>
            <a:pPr>
              <a:spcAft>
                <a:spcPts val="300"/>
              </a:spcAft>
              <a:defRPr sz="2100" b="1" i="0">
                <a:solidFill>
                  <a:srgbClr val="56515A"/>
                </a:solidFill>
                <a:latin typeface="Calibri"/>
              </a:defRPr>
            </a:pPr>
            <a:r>
              <a:t>MASS CELEBRANT:</a:t>
            </a:r>
          </a:p>
          <a:p>
            <a:pPr>
              <a:spcAft>
                <a:spcPts val="300"/>
              </a:spcAft>
              <a:defRPr sz="2100" b="0" i="0">
                <a:solidFill>
                  <a:srgbClr val="1A1A1E"/>
                </a:solidFill>
                <a:latin typeface="Calibri"/>
              </a:defRPr>
            </a:pPr>
            <a:r>
              <a:t>Gabby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Gwangju</a:t>
            </a:r>
            <a:br/>
            <a:r>
              <a:t>Catholic</a:t>
            </a:r>
            <a:br/>
            <a:r>
              <a:t>Church</a:t>
            </a:r>
            <a:br/>
            <a:r>
              <a:t>Community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Gospel (John 14:15-21)</a:t>
            </a:r>
          </a:p>
          <a:p>
            <a:pPr>
              <a:spcAft>
                <a:spcPts val="300"/>
              </a:spcAft>
              <a:defRPr sz="2100" b="0" i="0">
                <a:solidFill>
                  <a:srgbClr val="1A1A1E"/>
                </a:solidFill>
                <a:latin typeface="Calibri"/>
              </a:defRPr>
            </a:pPr>
            <a:r>
              <a:t>“I will pray to the Father, and he will give you another Counselor, that he may be with you forever,— the Spirit of truth, whom the world can't receive; for it doesn't see him, neither knows him.”</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YEAR A</a:t>
            </a:r>
          </a:p>
          <a:p>
            <a:pPr>
              <a:spcAft>
                <a:spcPts val="300"/>
              </a:spcAft>
              <a:defRPr sz="2100" b="0" i="0">
                <a:solidFill>
                  <a:srgbClr val="1A1A1E"/>
                </a:solidFill>
                <a:latin typeface="Calibri"/>
              </a:defRPr>
            </a:pPr>
            <a:r>
              <a:t>2026-05-10 · Eastertide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Mass poster / divider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FFFFFF"/>
                </a:solidFill>
                <a:latin typeface="Calibri"/>
              </a:defRPr>
            </a:pPr>
            <a:r>
              <a:t>Gwangju Catholic Church Community</a:t>
            </a:r>
          </a:p>
        </p:txBody>
      </p:sp>
      <p:sp>
        <p:nvSpPr>
          <p:cNvPr id="4" name="TextBox 3"/>
          <p:cNvSpPr txBox="1"/>
          <p:nvPr/>
        </p:nvSpPr>
        <p:spPr>
          <a:xfrm>
            <a:off x="685800" y="1417320"/>
            <a:ext cx="16916400" cy="777240"/>
          </a:xfrm>
          <a:prstGeom prst="rect">
            <a:avLst/>
          </a:prstGeom>
          <a:noFill/>
        </p:spPr>
        <p:txBody>
          <a:bodyPr wrap="square" lIns="109728" rIns="109728" tIns="73152" bIns="73152">
            <a:noAutofit/>
          </a:bodyPr>
          <a:lstStyle/>
          <a:p>
            <a:pPr algn="ctr">
              <a:defRPr sz="3400" b="1" i="0">
                <a:solidFill>
                  <a:srgbClr val="FFCC4D"/>
                </a:solidFill>
                <a:latin typeface="Georgia"/>
              </a:defRPr>
            </a:pPr>
            <a:r>
              <a:t>One Bread, One Body</a:t>
            </a:r>
          </a:p>
        </p:txBody>
      </p:sp>
      <p:sp>
        <p:nvSpPr>
          <p:cNvPr id="5" name="TextBox 4"/>
          <p:cNvSpPr txBox="1"/>
          <p:nvPr/>
        </p:nvSpPr>
        <p:spPr>
          <a:xfrm>
            <a:off x="685800" y="2331720"/>
            <a:ext cx="16916400" cy="7086600"/>
          </a:xfrm>
          <a:prstGeom prst="rect">
            <a:avLst/>
          </a:prstGeom>
          <a:noFill/>
        </p:spPr>
        <p:txBody>
          <a:bodyPr wrap="square" lIns="109728" rIns="109728" tIns="73152" bIns="73152" anchor="t">
            <a:noAutofit/>
          </a:bodyPr>
          <a:lstStyle/>
          <a:p>
            <a:pPr algn="ctr">
              <a:lnSpc>
                <a:spcPct val="115000"/>
              </a:lnSpc>
              <a:spcAft>
                <a:spcPts val="1400"/>
              </a:spcAft>
              <a:defRPr sz="3800" b="1" i="0">
                <a:solidFill>
                  <a:srgbClr val="FFFFFF"/>
                </a:solidFill>
                <a:latin typeface="Arial Black"/>
              </a:defRPr>
            </a:pPr>
            <a:r>
              <a:t>ONE BREAD, ONE BODY, ONE LORD OF ALL,</a:t>
            </a:r>
          </a:p>
          <a:p>
            <a:pPr algn="ctr">
              <a:lnSpc>
                <a:spcPct val="115000"/>
              </a:lnSpc>
              <a:spcAft>
                <a:spcPts val="1400"/>
              </a:spcAft>
              <a:defRPr sz="3800" b="1" i="0">
                <a:solidFill>
                  <a:srgbClr val="FFFFFF"/>
                </a:solidFill>
                <a:latin typeface="Arial Black"/>
              </a:defRPr>
            </a:pPr>
            <a:r>
              <a:t>ONE CUP OF BLESSING WHICH WE BLESS.</a:t>
            </a:r>
          </a:p>
          <a:p>
            <a:pPr algn="ctr">
              <a:lnSpc>
                <a:spcPct val="115000"/>
              </a:lnSpc>
              <a:spcAft>
                <a:spcPts val="1400"/>
              </a:spcAft>
              <a:defRPr sz="3800" b="1" i="0">
                <a:solidFill>
                  <a:srgbClr val="FFFFFF"/>
                </a:solidFill>
                <a:latin typeface="Arial Black"/>
              </a:defRPr>
            </a:pPr>
            <a:r>
              <a:t>AND WE, THOUGH MANY, THROUGHOUT THE EARTH,</a:t>
            </a:r>
          </a:p>
          <a:p>
            <a:pPr algn="ctr">
              <a:lnSpc>
                <a:spcPct val="115000"/>
              </a:lnSpc>
              <a:spcAft>
                <a:spcPts val="1400"/>
              </a:spcAft>
              <a:defRPr sz="3800" b="1" i="0">
                <a:solidFill>
                  <a:srgbClr val="FFFFFF"/>
                </a:solidFill>
                <a:latin typeface="Arial Black"/>
              </a:defRPr>
            </a:pPr>
            <a:r>
              <a:t>WE ARE ONE BODY IN THIS ONE LORD.</a:t>
            </a:r>
          </a:p>
          <a:p>
            <a:pPr algn="ctr">
              <a:lnSpc>
                <a:spcPct val="115000"/>
              </a:lnSpc>
              <a:spcAft>
                <a:spcPts val="1400"/>
              </a:spcAft>
              <a:defRPr sz="3800" b="1" i="0">
                <a:solidFill>
                  <a:srgbClr val="FFFFFF"/>
                </a:solidFill>
                <a:latin typeface="Arial Black"/>
              </a:defRPr>
            </a:pPr>
            <a:r>
              <a:t>GENTILE OR JEW, SERVANT OR FREE,</a:t>
            </a:r>
          </a:p>
          <a:p>
            <a:pPr algn="ctr">
              <a:lnSpc>
                <a:spcPct val="115000"/>
              </a:lnSpc>
              <a:spcAft>
                <a:spcPts val="1400"/>
              </a:spcAft>
              <a:defRPr sz="3800" b="1" i="0">
                <a:solidFill>
                  <a:srgbClr val="FFFFFF"/>
                </a:solidFill>
                <a:latin typeface="Arial Black"/>
              </a:defRPr>
            </a:pPr>
            <a:r>
              <a:t>WOMAN OR MAN, NO MORE.</a:t>
            </a:r>
          </a:p>
          <a:p>
            <a:pPr algn="ctr">
              <a:lnSpc>
                <a:spcPct val="115000"/>
              </a:lnSpc>
              <a:spcAft>
                <a:spcPts val="1400"/>
              </a:spcAft>
              <a:defRPr sz="3800" b="1" i="0">
                <a:solidFill>
                  <a:srgbClr val="FFFFFF"/>
                </a:solidFill>
                <a:latin typeface="Arial Black"/>
              </a:defRPr>
            </a:pPr>
            <a:r>
              <a:t>MANY THE GIFTS, MANY THE WORKS,</a:t>
            </a:r>
          </a:p>
          <a:p>
            <a:pPr algn="ctr">
              <a:lnSpc>
                <a:spcPct val="115000"/>
              </a:lnSpc>
              <a:spcAft>
                <a:spcPts val="1400"/>
              </a:spcAft>
              <a:defRPr sz="3800" b="1" i="0">
                <a:solidFill>
                  <a:srgbClr val="FFFFFF"/>
                </a:solidFill>
                <a:latin typeface="Arial Black"/>
              </a:defRPr>
            </a:pPr>
            <a:r>
              <a:t>MANY THE WAYS WE SERVE.</a:t>
            </a:r>
          </a:p>
          <a:p>
            <a:pPr algn="ctr">
              <a:lnSpc>
                <a:spcPct val="115000"/>
              </a:lnSpc>
              <a:spcAft>
                <a:spcPts val="1400"/>
              </a:spcAft>
              <a:defRPr sz="3800" b="1" i="0">
                <a:solidFill>
                  <a:srgbClr val="FFFFFF"/>
                </a:solidFill>
                <a:latin typeface="Arial Black"/>
              </a:defRPr>
            </a:pPr>
            <a:r>
              <a:t>MANY THE MOMENTS, MANY THE HOURS,</a:t>
            </a:r>
          </a:p>
          <a:p>
            <a:pPr algn="ctr">
              <a:lnSpc>
                <a:spcPct val="115000"/>
              </a:lnSpc>
              <a:spcAft>
                <a:spcPts val="1400"/>
              </a:spcAft>
              <a:defRPr sz="3800" b="1" i="0">
                <a:solidFill>
                  <a:srgbClr val="FFFFFF"/>
                </a:solidFill>
                <a:latin typeface="Arial Black"/>
              </a:defRPr>
            </a:pPr>
            <a:r>
              <a:t>MANY THE TALENTS SHARED.</a:t>
            </a:r>
          </a:p>
          <a:p>
            <a:pPr algn="ctr">
              <a:lnSpc>
                <a:spcPct val="115000"/>
              </a:lnSpc>
              <a:spcAft>
                <a:spcPts val="1400"/>
              </a:spcAft>
              <a:defRPr sz="3800" b="1" i="0">
                <a:solidFill>
                  <a:srgbClr val="FFFFFF"/>
                </a:solidFill>
                <a:latin typeface="Arial Black"/>
              </a:defRPr>
            </a:pPr>
            <a:r>
              <a:t>ONE BREAD, ONE BODY, ONE LORD OF ALL,</a:t>
            </a:r>
          </a:p>
          <a:p>
            <a:pPr algn="ctr">
              <a:lnSpc>
                <a:spcPct val="115000"/>
              </a:lnSpc>
              <a:spcAft>
                <a:spcPts val="1400"/>
              </a:spcAft>
              <a:defRPr sz="3800" b="1" i="0">
                <a:solidFill>
                  <a:srgbClr val="FFFFFF"/>
                </a:solidFill>
                <a:latin typeface="Arial Black"/>
              </a:defRPr>
            </a:pPr>
            <a:r>
              <a:t>ONE CUP OF BLESSING WHICH WE BLESS.</a:t>
            </a:r>
          </a:p>
          <a:p>
            <a:pPr algn="ctr">
              <a:lnSpc>
                <a:spcPct val="115000"/>
              </a:lnSpc>
              <a:spcAft>
                <a:spcPts val="1400"/>
              </a:spcAft>
              <a:defRPr sz="3800" b="1" i="0">
                <a:solidFill>
                  <a:srgbClr val="FFFFFF"/>
                </a:solidFill>
                <a:latin typeface="Arial Black"/>
              </a:defRPr>
            </a:pPr>
            <a:r>
              <a:t>AND WE, THOUGH MANY, THROUGHOUT THE EARTH,</a:t>
            </a:r>
          </a:p>
          <a:p>
            <a:pPr algn="ctr">
              <a:lnSpc>
                <a:spcPct val="115000"/>
              </a:lnSpc>
              <a:spcAft>
                <a:spcPts val="1400"/>
              </a:spcAft>
              <a:defRPr sz="3800" b="1" i="0">
                <a:solidFill>
                  <a:srgbClr val="FFFFFF"/>
                </a:solidFill>
                <a:latin typeface="Arial Black"/>
              </a:defRPr>
            </a:pPr>
            <a:r>
              <a:t>WE ARE ONE BODY IN THIS ONE LORD.</a:t>
            </a:r>
          </a:p>
        </p:txBody>
      </p:sp>
      <p:sp>
        <p:nvSpPr>
          <p:cNvPr id="6" name="TextBox 5"/>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8C8C91"/>
                </a:solidFill>
                <a:latin typeface="Calibri"/>
              </a:defRPr>
            </a:pPr>
            <a:r>
              <a:t>Gwangju Catholic Church Community</a:t>
            </a:r>
          </a:p>
          <a:p>
            <a:pPr>
              <a:spcBef>
                <a:spcPts val="200"/>
              </a:spcBef>
              <a:defRPr sz="1200" b="0" i="0">
                <a:solidFill>
                  <a:srgbClr val="FFCC4D"/>
                </a:solidFill>
                <a:latin typeface="Calibri"/>
              </a:defRPr>
            </a:pPr>
            <a:r>
              <a:t>Communion (1)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FFFFFF"/>
                </a:solidFill>
                <a:latin typeface="Calibri"/>
              </a:defRPr>
            </a:pPr>
            <a:r>
              <a:t>Gwangju Catholic Church Community</a:t>
            </a:r>
          </a:p>
        </p:txBody>
      </p:sp>
      <p:sp>
        <p:nvSpPr>
          <p:cNvPr id="4" name="TextBox 3"/>
          <p:cNvSpPr txBox="1"/>
          <p:nvPr/>
        </p:nvSpPr>
        <p:spPr>
          <a:xfrm>
            <a:off x="685800" y="1417320"/>
            <a:ext cx="16916400" cy="777240"/>
          </a:xfrm>
          <a:prstGeom prst="rect">
            <a:avLst/>
          </a:prstGeom>
          <a:noFill/>
        </p:spPr>
        <p:txBody>
          <a:bodyPr wrap="square" lIns="109728" rIns="109728" tIns="73152" bIns="73152">
            <a:noAutofit/>
          </a:bodyPr>
          <a:lstStyle/>
          <a:p>
            <a:pPr algn="ctr">
              <a:defRPr sz="3400" b="1" i="0">
                <a:solidFill>
                  <a:srgbClr val="FFCC4D"/>
                </a:solidFill>
                <a:latin typeface="Georgia"/>
              </a:defRPr>
            </a:pPr>
            <a:r>
              <a:t>Panis Angelicus</a:t>
            </a:r>
          </a:p>
        </p:txBody>
      </p:sp>
      <p:sp>
        <p:nvSpPr>
          <p:cNvPr id="5" name="TextBox 4"/>
          <p:cNvSpPr txBox="1"/>
          <p:nvPr/>
        </p:nvSpPr>
        <p:spPr>
          <a:xfrm>
            <a:off x="685800" y="2331720"/>
            <a:ext cx="16916400" cy="7086600"/>
          </a:xfrm>
          <a:prstGeom prst="rect">
            <a:avLst/>
          </a:prstGeom>
          <a:noFill/>
        </p:spPr>
        <p:txBody>
          <a:bodyPr wrap="square" lIns="109728" rIns="109728" tIns="73152" bIns="73152" anchor="t">
            <a:noAutofit/>
          </a:bodyPr>
          <a:lstStyle/>
          <a:p>
            <a:pPr algn="ctr">
              <a:lnSpc>
                <a:spcPct val="115000"/>
              </a:lnSpc>
              <a:spcAft>
                <a:spcPts val="1400"/>
              </a:spcAft>
              <a:defRPr sz="3800" b="1" i="0">
                <a:solidFill>
                  <a:srgbClr val="FFFFFF"/>
                </a:solidFill>
                <a:latin typeface="Arial Black"/>
              </a:defRPr>
            </a:pPr>
            <a:r>
              <a:t>PANIS ANGELICUS</a:t>
            </a:r>
          </a:p>
          <a:p>
            <a:pPr algn="ctr">
              <a:lnSpc>
                <a:spcPct val="115000"/>
              </a:lnSpc>
              <a:spcAft>
                <a:spcPts val="1400"/>
              </a:spcAft>
              <a:defRPr sz="3800" b="1" i="0">
                <a:solidFill>
                  <a:srgbClr val="FFFFFF"/>
                </a:solidFill>
                <a:latin typeface="Arial Black"/>
              </a:defRPr>
            </a:pPr>
            <a:r>
              <a:t>FIT PANIS HOMINUM;</a:t>
            </a:r>
          </a:p>
          <a:p>
            <a:pPr algn="ctr">
              <a:lnSpc>
                <a:spcPct val="115000"/>
              </a:lnSpc>
              <a:spcAft>
                <a:spcPts val="1400"/>
              </a:spcAft>
              <a:defRPr sz="3800" b="1" i="0">
                <a:solidFill>
                  <a:srgbClr val="FFFFFF"/>
                </a:solidFill>
                <a:latin typeface="Arial Black"/>
              </a:defRPr>
            </a:pPr>
            <a:r>
              <a:t>DAT PANIS CAELICUS</a:t>
            </a:r>
          </a:p>
          <a:p>
            <a:pPr algn="ctr">
              <a:lnSpc>
                <a:spcPct val="115000"/>
              </a:lnSpc>
              <a:spcAft>
                <a:spcPts val="1400"/>
              </a:spcAft>
              <a:defRPr sz="3800" b="1" i="0">
                <a:solidFill>
                  <a:srgbClr val="FFFFFF"/>
                </a:solidFill>
                <a:latin typeface="Arial Black"/>
              </a:defRPr>
            </a:pPr>
            <a:r>
              <a:t>FIGURIS TERMINUM.</a:t>
            </a:r>
          </a:p>
          <a:p>
            <a:pPr algn="ctr">
              <a:lnSpc>
                <a:spcPct val="115000"/>
              </a:lnSpc>
              <a:spcAft>
                <a:spcPts val="1400"/>
              </a:spcAft>
              <a:defRPr sz="3800" b="1" i="0">
                <a:solidFill>
                  <a:srgbClr val="FFFFFF"/>
                </a:solidFill>
                <a:latin typeface="Arial Black"/>
              </a:defRPr>
            </a:pPr>
            <a:r>
              <a:t>O RES MIRABILIS!</a:t>
            </a:r>
          </a:p>
          <a:p>
            <a:pPr algn="ctr">
              <a:lnSpc>
                <a:spcPct val="115000"/>
              </a:lnSpc>
              <a:spcAft>
                <a:spcPts val="1400"/>
              </a:spcAft>
              <a:defRPr sz="3800" b="1" i="0">
                <a:solidFill>
                  <a:srgbClr val="FFFFFF"/>
                </a:solidFill>
                <a:latin typeface="Arial Black"/>
              </a:defRPr>
            </a:pPr>
            <a:r>
              <a:t>MANDUCAT DOMINUM</a:t>
            </a:r>
          </a:p>
          <a:p>
            <a:pPr algn="ctr">
              <a:lnSpc>
                <a:spcPct val="115000"/>
              </a:lnSpc>
              <a:spcAft>
                <a:spcPts val="1400"/>
              </a:spcAft>
              <a:defRPr sz="3800" b="1" i="0">
                <a:solidFill>
                  <a:srgbClr val="FFFFFF"/>
                </a:solidFill>
                <a:latin typeface="Arial Black"/>
              </a:defRPr>
            </a:pPr>
            <a:r>
              <a:t>PAUPER, SERVUS ET HUMILIS.</a:t>
            </a:r>
          </a:p>
          <a:p>
            <a:pPr algn="ctr">
              <a:lnSpc>
                <a:spcPct val="115000"/>
              </a:lnSpc>
              <a:spcAft>
                <a:spcPts val="1400"/>
              </a:spcAft>
              <a:defRPr sz="3800" b="1" i="0">
                <a:solidFill>
                  <a:srgbClr val="FFFFFF"/>
                </a:solidFill>
                <a:latin typeface="Arial Black"/>
              </a:defRPr>
            </a:pPr>
            <a:r>
              <a:t>TE TRINA DEITAS</a:t>
            </a:r>
          </a:p>
          <a:p>
            <a:pPr algn="ctr">
              <a:lnSpc>
                <a:spcPct val="115000"/>
              </a:lnSpc>
              <a:spcAft>
                <a:spcPts val="1400"/>
              </a:spcAft>
              <a:defRPr sz="3800" b="1" i="0">
                <a:solidFill>
                  <a:srgbClr val="FFFFFF"/>
                </a:solidFill>
                <a:latin typeface="Arial Black"/>
              </a:defRPr>
            </a:pPr>
            <a:r>
              <a:t>UNAQUE POSCIMUS,</a:t>
            </a:r>
          </a:p>
          <a:p>
            <a:pPr algn="ctr">
              <a:lnSpc>
                <a:spcPct val="115000"/>
              </a:lnSpc>
              <a:spcAft>
                <a:spcPts val="1400"/>
              </a:spcAft>
              <a:defRPr sz="3800" b="1" i="0">
                <a:solidFill>
                  <a:srgbClr val="FFFFFF"/>
                </a:solidFill>
                <a:latin typeface="Arial Black"/>
              </a:defRPr>
            </a:pPr>
            <a:r>
              <a:t>SIC NOS TU VISITA,</a:t>
            </a:r>
          </a:p>
          <a:p>
            <a:pPr algn="ctr">
              <a:lnSpc>
                <a:spcPct val="115000"/>
              </a:lnSpc>
              <a:spcAft>
                <a:spcPts val="1400"/>
              </a:spcAft>
              <a:defRPr sz="3800" b="1" i="0">
                <a:solidFill>
                  <a:srgbClr val="FFFFFF"/>
                </a:solidFill>
                <a:latin typeface="Arial Black"/>
              </a:defRPr>
            </a:pPr>
            <a:r>
              <a:t>SICUT TE COLIMUS.</a:t>
            </a:r>
          </a:p>
          <a:p>
            <a:pPr algn="ctr">
              <a:lnSpc>
                <a:spcPct val="115000"/>
              </a:lnSpc>
              <a:spcAft>
                <a:spcPts val="1400"/>
              </a:spcAft>
              <a:defRPr sz="3800" b="1" i="0">
                <a:solidFill>
                  <a:srgbClr val="FFFFFF"/>
                </a:solidFill>
                <a:latin typeface="Arial Black"/>
              </a:defRPr>
            </a:pPr>
            <a:r>
              <a:t>PER HUIUS VIAM DUCTUS</a:t>
            </a:r>
          </a:p>
          <a:p>
            <a:pPr algn="ctr">
              <a:lnSpc>
                <a:spcPct val="115000"/>
              </a:lnSpc>
              <a:spcAft>
                <a:spcPts val="1400"/>
              </a:spcAft>
              <a:defRPr sz="3800" b="1" i="0">
                <a:solidFill>
                  <a:srgbClr val="FFFFFF"/>
                </a:solidFill>
                <a:latin typeface="Arial Black"/>
              </a:defRPr>
            </a:pPr>
            <a:r>
              <a:t>TENDIMUS AD LUCEM,</a:t>
            </a:r>
          </a:p>
          <a:p>
            <a:pPr algn="ctr">
              <a:lnSpc>
                <a:spcPct val="115000"/>
              </a:lnSpc>
              <a:spcAft>
                <a:spcPts val="1400"/>
              </a:spcAft>
              <a:defRPr sz="3800" b="1" i="0">
                <a:solidFill>
                  <a:srgbClr val="FFFFFF"/>
                </a:solidFill>
                <a:latin typeface="Arial Black"/>
              </a:defRPr>
            </a:pPr>
            <a:r>
              <a:t>QUAM IN HABITATIONE</a:t>
            </a:r>
          </a:p>
          <a:p>
            <a:pPr algn="ctr">
              <a:lnSpc>
                <a:spcPct val="115000"/>
              </a:lnSpc>
              <a:spcAft>
                <a:spcPts val="1400"/>
              </a:spcAft>
              <a:defRPr sz="3800" b="1" i="0">
                <a:solidFill>
                  <a:srgbClr val="FFFFFF"/>
                </a:solidFill>
                <a:latin typeface="Arial Black"/>
              </a:defRPr>
            </a:pPr>
            <a:r>
              <a:t>SANCTA TU INHABITAS.</a:t>
            </a:r>
          </a:p>
          <a:p>
            <a:pPr algn="ctr">
              <a:lnSpc>
                <a:spcPct val="115000"/>
              </a:lnSpc>
              <a:spcAft>
                <a:spcPts val="1400"/>
              </a:spcAft>
              <a:defRPr sz="3800" b="1" i="0">
                <a:solidFill>
                  <a:srgbClr val="FFFFFF"/>
                </a:solidFill>
                <a:latin typeface="Arial Black"/>
              </a:defRPr>
            </a:pPr>
            <a:r>
              <a:t>(ENGLISH SINGING TRANSLATION, IF USED:</a:t>
            </a:r>
          </a:p>
          <a:p>
            <a:pPr algn="ctr">
              <a:lnSpc>
                <a:spcPct val="115000"/>
              </a:lnSpc>
              <a:spcAft>
                <a:spcPts val="1400"/>
              </a:spcAft>
              <a:defRPr sz="3800" b="1" i="0">
                <a:solidFill>
                  <a:srgbClr val="FFFFFF"/>
                </a:solidFill>
                <a:latin typeface="Arial Black"/>
              </a:defRPr>
            </a:pPr>
            <a:r>
              <a:t>BREAD OF ANGELS, BECOME BREAD FOR MORTALS;</a:t>
            </a:r>
          </a:p>
          <a:p>
            <a:pPr algn="ctr">
              <a:lnSpc>
                <a:spcPct val="115000"/>
              </a:lnSpc>
              <a:spcAft>
                <a:spcPts val="1400"/>
              </a:spcAft>
              <a:defRPr sz="3800" b="1" i="0">
                <a:solidFill>
                  <a:srgbClr val="FFFFFF"/>
                </a:solidFill>
                <a:latin typeface="Arial Black"/>
              </a:defRPr>
            </a:pPr>
            <a:r>
              <a:t>THIS HEAVENLY BREAD ENDS OUR SYMBOLS.</a:t>
            </a:r>
          </a:p>
          <a:p>
            <a:pPr algn="ctr">
              <a:lnSpc>
                <a:spcPct val="115000"/>
              </a:lnSpc>
              <a:spcAft>
                <a:spcPts val="1400"/>
              </a:spcAft>
              <a:defRPr sz="3800" b="1" i="0">
                <a:solidFill>
                  <a:srgbClr val="FFFFFF"/>
                </a:solidFill>
                <a:latin typeface="Arial Black"/>
              </a:defRPr>
            </a:pPr>
            <a:r>
              <a:t>O WONDROUS THING! THE POOR, LOWLY SERVANT EATS THE LORD.)</a:t>
            </a:r>
          </a:p>
        </p:txBody>
      </p:sp>
      <p:sp>
        <p:nvSpPr>
          <p:cNvPr id="6" name="TextBox 5"/>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8C8C91"/>
                </a:solidFill>
                <a:latin typeface="Calibri"/>
              </a:defRPr>
            </a:pPr>
            <a:r>
              <a:t>Gwangju Catholic Church Community</a:t>
            </a:r>
          </a:p>
          <a:p>
            <a:pPr>
              <a:spcBef>
                <a:spcPts val="200"/>
              </a:spcBef>
              <a:defRPr sz="1200" b="0" i="0">
                <a:solidFill>
                  <a:srgbClr val="FFCC4D"/>
                </a:solidFill>
                <a:latin typeface="Calibri"/>
              </a:defRPr>
            </a:pPr>
            <a:r>
              <a:t>Communion (2)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Let us pray.</a:t>
            </a:r>
          </a:p>
          <a:p>
            <a:pPr>
              <a:spcAft>
                <a:spcPts val="500"/>
              </a:spcAft>
              <a:defRPr sz="1500" b="0" i="1">
                <a:solidFill>
                  <a:srgbClr val="56515A"/>
                </a:solidFill>
                <a:latin typeface="Calibri"/>
              </a:defRPr>
            </a:pPr>
            <a:r>
              <a:t>The Priest says the Post- Communion Prayer for the day in full from the Roman Missal. The people respond at the end.</a:t>
            </a:r>
          </a:p>
          <a:p>
            <a:pPr>
              <a:spcAft>
                <a:spcPts val="500"/>
              </a:spcAft>
              <a:defRPr sz="2000" b="1" i="0">
                <a:solidFill>
                  <a:srgbClr val="1A1A1E"/>
                </a:solidFill>
                <a:latin typeface="Calibri"/>
              </a:defRPr>
            </a:pPr>
            <a:r>
              <a:t>Amen.</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The Communion Rite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737360"/>
            <a:ext cx="16916400" cy="5943600"/>
          </a:xfrm>
          <a:prstGeom prst="rect">
            <a:avLst/>
          </a:prstGeom>
          <a:noFill/>
        </p:spPr>
        <p:txBody>
          <a:bodyPr wrap="square" lIns="109728" rIns="109728" tIns="73152" bIns="73152">
            <a:noAutofit/>
          </a:bodyPr>
          <a:lstStyle/>
          <a:p>
            <a:pPr>
              <a:spcAft>
                <a:spcPts val="300"/>
              </a:spcAft>
              <a:defRPr sz="2100" b="1" i="0">
                <a:solidFill>
                  <a:srgbClr val="56515A"/>
                </a:solidFill>
                <a:latin typeface="Calibri"/>
              </a:defRPr>
            </a:pPr>
            <a:r>
              <a:t>MASS CELEBRANT:</a:t>
            </a:r>
          </a:p>
          <a:p>
            <a:pPr>
              <a:spcAft>
                <a:spcPts val="300"/>
              </a:spcAft>
              <a:defRPr sz="2100" b="0" i="0">
                <a:solidFill>
                  <a:srgbClr val="1A1A1E"/>
                </a:solidFill>
                <a:latin typeface="Calibri"/>
              </a:defRPr>
            </a:pPr>
            <a:r>
              <a:t>Gabby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Gwangju</a:t>
            </a:r>
            <a:br/>
            <a:r>
              <a:t>Catholic</a:t>
            </a:r>
            <a:br/>
            <a:r>
              <a:t>Church</a:t>
            </a:r>
            <a:br/>
            <a:r>
              <a:t>Community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Gospel (John 14:15-21)</a:t>
            </a:r>
          </a:p>
          <a:p>
            <a:pPr>
              <a:spcAft>
                <a:spcPts val="300"/>
              </a:spcAft>
              <a:defRPr sz="2100" b="0" i="0">
                <a:solidFill>
                  <a:srgbClr val="1A1A1E"/>
                </a:solidFill>
                <a:latin typeface="Calibri"/>
              </a:defRPr>
            </a:pPr>
            <a:r>
              <a:t>“I will pray to the Father, and he will give you another Counselor, that he may be with you forever,— the Spirit of truth, whom the world can't receive; for it doesn't see him, neither knows him.”</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YEAR A</a:t>
            </a:r>
          </a:p>
          <a:p>
            <a:pPr>
              <a:spcAft>
                <a:spcPts val="300"/>
              </a:spcAft>
              <a:defRPr sz="2100" b="0" i="0">
                <a:solidFill>
                  <a:srgbClr val="1A1A1E"/>
                </a:solidFill>
                <a:latin typeface="Calibri"/>
              </a:defRPr>
            </a:pPr>
            <a:r>
              <a:t>2026-05-10 · Eastertide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Mass poster / divider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CHURCH ANNOUNCEMENTS</a:t>
            </a:r>
          </a:p>
          <a:p>
            <a:pPr>
              <a:spcAft>
                <a:spcPts val="500"/>
              </a:spcAft>
              <a:defRPr sz="1500" b="0" i="1">
                <a:solidFill>
                  <a:srgbClr val="56515A"/>
                </a:solidFill>
                <a:latin typeface="Calibri"/>
              </a:defRPr>
            </a:pPr>
            <a:r>
              <a:t>Insert bulletin points with complete sentences on the following slides or edit this deck.</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Announcements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Welcome newcomers!</a:t>
            </a:r>
          </a:p>
          <a:p>
            <a:pPr>
              <a:spcAft>
                <a:spcPts val="500"/>
              </a:spcAft>
              <a:defRPr sz="1500" b="0" i="1">
                <a:solidFill>
                  <a:srgbClr val="56515A"/>
                </a:solidFill>
                <a:latin typeface="Calibri"/>
              </a:defRPr>
            </a:pPr>
            <a:r>
              <a:t>Photo collage optional.</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Announcements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Sacrament of Confession</a:t>
            </a:r>
          </a:p>
          <a:p>
            <a:pPr>
              <a:spcAft>
                <a:spcPts val="500"/>
              </a:spcAft>
              <a:defRPr sz="1500" b="0" i="1">
                <a:solidFill>
                  <a:srgbClr val="56515A"/>
                </a:solidFill>
                <a:latin typeface="Calibri"/>
              </a:defRPr>
            </a:pPr>
            <a:r>
              <a:t>The Lord never tires of forgiving us; we are the ones who tire of seeking his mercy. — Pope Francis</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Announcements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Mass Collection</a:t>
            </a:r>
          </a:p>
          <a:p>
            <a:pPr>
              <a:spcAft>
                <a:spcPts val="500"/>
              </a:spcAft>
              <a:defRPr sz="1500" b="0" i="1">
                <a:solidFill>
                  <a:srgbClr val="56515A"/>
                </a:solidFill>
                <a:latin typeface="Calibri"/>
              </a:defRPr>
            </a:pPr>
            <a:r>
              <a:t>State the purpose and date in full words. You may add Second Letter to the Corinthians, chapter 9, verse 7 if you include the full quotation.</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Announcements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Food or Mass Sponsorship</a:t>
            </a:r>
          </a:p>
          <a:p>
            <a:pPr>
              <a:spcAft>
                <a:spcPts val="500"/>
              </a:spcAft>
              <a:defRPr sz="1500" b="0" i="1">
                <a:solidFill>
                  <a:srgbClr val="56515A"/>
                </a:solidFill>
                <a:latin typeface="Calibri"/>
              </a:defRPr>
            </a:pPr>
            <a:r>
              <a:t>Give the parish coordinator’s complete contact information in words, not abbreviations.</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Announcements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900" b="1" i="0">
                <a:solidFill>
                  <a:srgbClr val="1A1A1E"/>
                </a:solidFill>
                <a:latin typeface="Calibri"/>
              </a:defRPr>
            </a:pPr>
            <a:r>
              <a:t>Updates and Announcements</a:t>
            </a:r>
          </a:p>
          <a:p>
            <a:pPr>
              <a:spcAft>
                <a:spcPts val="500"/>
              </a:spcAft>
              <a:defRPr sz="1500" b="0" i="1">
                <a:solidFill>
                  <a:srgbClr val="56515A"/>
                </a:solidFill>
                <a:latin typeface="Calibri"/>
              </a:defRPr>
            </a:pPr>
            <a:r>
              <a:t>Name your community page and invitation to follow in full; add a QR code to the slide master if you wish.</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Announcements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2000" b="1" i="0">
                <a:solidFill>
                  <a:srgbClr val="56515A"/>
                </a:solidFill>
                <a:latin typeface="Calibri"/>
              </a:defRPr>
            </a:pPr>
            <a:r>
              <a:t>The Lord be with you.</a:t>
            </a:r>
          </a:p>
          <a:p>
            <a:pPr>
              <a:spcAft>
                <a:spcPts val="500"/>
              </a:spcAft>
              <a:defRPr sz="2000" b="1" i="0">
                <a:solidFill>
                  <a:srgbClr val="1A1A1E"/>
                </a:solidFill>
                <a:latin typeface="Calibri"/>
              </a:defRPr>
            </a:pPr>
            <a:r>
              <a:t>And with your spirit.</a:t>
            </a:r>
          </a:p>
          <a:p>
            <a:pPr>
              <a:spcAft>
                <a:spcPts val="500"/>
              </a:spcAft>
              <a:defRPr sz="2000" b="1" i="0">
                <a:solidFill>
                  <a:srgbClr val="56515A"/>
                </a:solidFill>
                <a:latin typeface="Calibri"/>
              </a:defRPr>
            </a:pPr>
            <a:r>
              <a:t>May almighty God bless you, the Father, and the Son, and the Holy Spirit.</a:t>
            </a:r>
          </a:p>
          <a:p>
            <a:pPr>
              <a:spcAft>
                <a:spcPts val="500"/>
              </a:spcAft>
              <a:defRPr sz="2000" b="1" i="0">
                <a:solidFill>
                  <a:srgbClr val="1A1A1E"/>
                </a:solidFill>
                <a:latin typeface="Calibri"/>
              </a:defRPr>
            </a:pPr>
            <a:r>
              <a:t>Amen.</a:t>
            </a:r>
          </a:p>
          <a:p>
            <a:pPr>
              <a:spcAft>
                <a:spcPts val="500"/>
              </a:spcAft>
              <a:defRPr sz="2000" b="1" i="0">
                <a:solidFill>
                  <a:srgbClr val="56515A"/>
                </a:solidFill>
                <a:latin typeface="Calibri"/>
              </a:defRPr>
            </a:pPr>
            <a:r>
              <a:t>Go in peace, glorifying the Lord by your life.</a:t>
            </a:r>
          </a:p>
          <a:p>
            <a:pPr>
              <a:spcAft>
                <a:spcPts val="500"/>
              </a:spcAft>
              <a:defRPr sz="2000" b="1" i="0">
                <a:solidFill>
                  <a:srgbClr val="1A1A1E"/>
                </a:solidFill>
                <a:latin typeface="Calibri"/>
              </a:defRPr>
            </a:pPr>
            <a:r>
              <a:t>Thanks be to God.</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Final Blessing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FFFFFF"/>
                </a:solidFill>
                <a:latin typeface="Calibri"/>
              </a:defRPr>
            </a:pPr>
            <a:r>
              <a:t>Gwangju Catholic Church Community</a:t>
            </a:r>
          </a:p>
        </p:txBody>
      </p:sp>
      <p:sp>
        <p:nvSpPr>
          <p:cNvPr id="4" name="TextBox 3"/>
          <p:cNvSpPr txBox="1"/>
          <p:nvPr/>
        </p:nvSpPr>
        <p:spPr>
          <a:xfrm>
            <a:off x="685800" y="1417320"/>
            <a:ext cx="16916400" cy="777240"/>
          </a:xfrm>
          <a:prstGeom prst="rect">
            <a:avLst/>
          </a:prstGeom>
          <a:noFill/>
        </p:spPr>
        <p:txBody>
          <a:bodyPr wrap="square" lIns="109728" rIns="109728" tIns="73152" bIns="73152">
            <a:noAutofit/>
          </a:bodyPr>
          <a:lstStyle/>
          <a:p>
            <a:pPr algn="ctr">
              <a:defRPr sz="3400" b="1" i="0">
                <a:solidFill>
                  <a:srgbClr val="FFCC4D"/>
                </a:solidFill>
                <a:latin typeface="Georgia"/>
              </a:defRPr>
            </a:pPr>
            <a:r>
              <a:t>Go Make a Difference</a:t>
            </a:r>
          </a:p>
        </p:txBody>
      </p:sp>
      <p:sp>
        <p:nvSpPr>
          <p:cNvPr id="5" name="TextBox 4"/>
          <p:cNvSpPr txBox="1"/>
          <p:nvPr/>
        </p:nvSpPr>
        <p:spPr>
          <a:xfrm>
            <a:off x="685800" y="2331720"/>
            <a:ext cx="16916400" cy="7086600"/>
          </a:xfrm>
          <a:prstGeom prst="rect">
            <a:avLst/>
          </a:prstGeom>
          <a:noFill/>
        </p:spPr>
        <p:txBody>
          <a:bodyPr wrap="square" lIns="109728" rIns="109728" tIns="73152" bIns="73152" anchor="t">
            <a:noAutofit/>
          </a:bodyPr>
          <a:lstStyle/>
          <a:p>
            <a:pPr algn="ctr">
              <a:lnSpc>
                <a:spcPct val="115000"/>
              </a:lnSpc>
              <a:spcAft>
                <a:spcPts val="1400"/>
              </a:spcAft>
              <a:defRPr sz="3800" b="1" i="0">
                <a:solidFill>
                  <a:srgbClr val="FFFFFF"/>
                </a:solidFill>
                <a:latin typeface="Arial Black"/>
              </a:defRPr>
            </a:pPr>
            <a:r>
              <a:t>GO MAKE A DIFFERENCE;</a:t>
            </a:r>
          </a:p>
          <a:p>
            <a:pPr algn="ctr">
              <a:lnSpc>
                <a:spcPct val="115000"/>
              </a:lnSpc>
              <a:spcAft>
                <a:spcPts val="1400"/>
              </a:spcAft>
              <a:defRPr sz="3800" b="1" i="0">
                <a:solidFill>
                  <a:srgbClr val="FFFFFF"/>
                </a:solidFill>
                <a:latin typeface="Arial Black"/>
              </a:defRPr>
            </a:pPr>
            <a:r>
              <a:t>WE CAN MAKE A DIFFERENCE</a:t>
            </a:r>
          </a:p>
          <a:p>
            <a:pPr algn="ctr">
              <a:lnSpc>
                <a:spcPct val="115000"/>
              </a:lnSpc>
              <a:spcAft>
                <a:spcPts val="1400"/>
              </a:spcAft>
              <a:defRPr sz="3800" b="1" i="0">
                <a:solidFill>
                  <a:srgbClr val="FFFFFF"/>
                </a:solidFill>
                <a:latin typeface="Arial Black"/>
              </a:defRPr>
            </a:pPr>
            <a:r>
              <a:t>IN THE NAME OF THE LORD.</a:t>
            </a:r>
          </a:p>
          <a:p>
            <a:pPr algn="ctr">
              <a:lnSpc>
                <a:spcPct val="115000"/>
              </a:lnSpc>
              <a:spcAft>
                <a:spcPts val="1400"/>
              </a:spcAft>
              <a:defRPr sz="3800" b="1" i="0">
                <a:solidFill>
                  <a:srgbClr val="FFFFFF"/>
                </a:solidFill>
                <a:latin typeface="Arial Black"/>
              </a:defRPr>
            </a:pPr>
            <a:r>
              <a:t>WE ARE SENT IN THE POWER OF LOVE,</a:t>
            </a:r>
          </a:p>
          <a:p>
            <a:pPr algn="ctr">
              <a:lnSpc>
                <a:spcPct val="115000"/>
              </a:lnSpc>
              <a:spcAft>
                <a:spcPts val="1400"/>
              </a:spcAft>
              <a:defRPr sz="3800" b="1" i="0">
                <a:solidFill>
                  <a:srgbClr val="FFFFFF"/>
                </a:solidFill>
                <a:latin typeface="Arial Black"/>
              </a:defRPr>
            </a:pPr>
            <a:r>
              <a:t>BEARING PEACE LIKE A PURE, HOLY DOVE</a:t>
            </a:r>
          </a:p>
          <a:p>
            <a:pPr algn="ctr">
              <a:lnSpc>
                <a:spcPct val="115000"/>
              </a:lnSpc>
              <a:spcAft>
                <a:spcPts val="1400"/>
              </a:spcAft>
              <a:defRPr sz="3800" b="1" i="0">
                <a:solidFill>
                  <a:srgbClr val="FFFFFF"/>
                </a:solidFill>
                <a:latin typeface="Arial Black"/>
              </a:defRPr>
            </a:pPr>
            <a:r>
              <a:t>TO EVERY NATION, EVERY LAND.</a:t>
            </a:r>
          </a:p>
          <a:p>
            <a:pPr algn="ctr">
              <a:lnSpc>
                <a:spcPct val="115000"/>
              </a:lnSpc>
              <a:spcAft>
                <a:spcPts val="1400"/>
              </a:spcAft>
              <a:defRPr sz="3800" b="1" i="0">
                <a:solidFill>
                  <a:srgbClr val="FFFFFF"/>
                </a:solidFill>
                <a:latin typeface="Arial Black"/>
              </a:defRPr>
            </a:pPr>
            <a:r>
              <a:t>GO MAKE A DIFFERENCE.</a:t>
            </a:r>
          </a:p>
          <a:p>
            <a:pPr algn="ctr">
              <a:lnSpc>
                <a:spcPct val="115000"/>
              </a:lnSpc>
              <a:spcAft>
                <a:spcPts val="1400"/>
              </a:spcAft>
              <a:defRPr sz="3800" b="1" i="0">
                <a:solidFill>
                  <a:srgbClr val="FFFFFF"/>
                </a:solidFill>
                <a:latin typeface="Arial Black"/>
              </a:defRPr>
            </a:pPr>
            <a:r>
              <a:t>GO MAKE A DIFFERENCE;</a:t>
            </a:r>
          </a:p>
          <a:p>
            <a:pPr algn="ctr">
              <a:lnSpc>
                <a:spcPct val="115000"/>
              </a:lnSpc>
              <a:spcAft>
                <a:spcPts val="1400"/>
              </a:spcAft>
              <a:defRPr sz="3800" b="1" i="0">
                <a:solidFill>
                  <a:srgbClr val="FFFFFF"/>
                </a:solidFill>
                <a:latin typeface="Arial Black"/>
              </a:defRPr>
            </a:pPr>
            <a:r>
              <a:t>WE CAN MAKE A DIFFERENCE</a:t>
            </a:r>
          </a:p>
          <a:p>
            <a:pPr algn="ctr">
              <a:lnSpc>
                <a:spcPct val="115000"/>
              </a:lnSpc>
              <a:spcAft>
                <a:spcPts val="1400"/>
              </a:spcAft>
              <a:defRPr sz="3800" b="1" i="0">
                <a:solidFill>
                  <a:srgbClr val="FFFFFF"/>
                </a:solidFill>
                <a:latin typeface="Arial Black"/>
              </a:defRPr>
            </a:pPr>
            <a:r>
              <a:t>IN THE NAME OF THE LORD.</a:t>
            </a:r>
          </a:p>
          <a:p>
            <a:pPr algn="ctr">
              <a:lnSpc>
                <a:spcPct val="115000"/>
              </a:lnSpc>
              <a:spcAft>
                <a:spcPts val="1400"/>
              </a:spcAft>
              <a:defRPr sz="3800" b="1" i="0">
                <a:solidFill>
                  <a:srgbClr val="FFFFFF"/>
                </a:solidFill>
                <a:latin typeface="Arial Black"/>
              </a:defRPr>
            </a:pPr>
            <a:r>
              <a:t>WE ARE THE SALT OF THE EARTH,</a:t>
            </a:r>
          </a:p>
          <a:p>
            <a:pPr algn="ctr">
              <a:lnSpc>
                <a:spcPct val="115000"/>
              </a:lnSpc>
              <a:spcAft>
                <a:spcPts val="1400"/>
              </a:spcAft>
              <a:defRPr sz="3800" b="1" i="0">
                <a:solidFill>
                  <a:srgbClr val="FFFFFF"/>
                </a:solidFill>
                <a:latin typeface="Arial Black"/>
              </a:defRPr>
            </a:pPr>
            <a:r>
              <a:t>CALLED TO GIVE THE WORLD A NEW TASTE:</a:t>
            </a:r>
          </a:p>
          <a:p>
            <a:pPr algn="ctr">
              <a:lnSpc>
                <a:spcPct val="115000"/>
              </a:lnSpc>
              <a:spcAft>
                <a:spcPts val="1400"/>
              </a:spcAft>
              <a:defRPr sz="3800" b="1" i="0">
                <a:solidFill>
                  <a:srgbClr val="FFFFFF"/>
                </a:solidFill>
                <a:latin typeface="Arial Black"/>
              </a:defRPr>
            </a:pPr>
            <a:r>
              <a:t>LOVE, JUSTICE, MERCY, AND PRAISE.</a:t>
            </a:r>
          </a:p>
          <a:p>
            <a:pPr algn="ctr">
              <a:lnSpc>
                <a:spcPct val="115000"/>
              </a:lnSpc>
              <a:spcAft>
                <a:spcPts val="1400"/>
              </a:spcAft>
              <a:defRPr sz="3800" b="1" i="0">
                <a:solidFill>
                  <a:srgbClr val="FFFFFF"/>
                </a:solidFill>
                <a:latin typeface="Arial Black"/>
              </a:defRPr>
            </a:pPr>
            <a:r>
              <a:t>GO MAKE A DIFFERENCE.</a:t>
            </a:r>
          </a:p>
          <a:p>
            <a:pPr algn="ctr">
              <a:lnSpc>
                <a:spcPct val="115000"/>
              </a:lnSpc>
              <a:spcAft>
                <a:spcPts val="1400"/>
              </a:spcAft>
              <a:defRPr sz="3800" b="1" i="0">
                <a:solidFill>
                  <a:srgbClr val="FFFFFF"/>
                </a:solidFill>
                <a:latin typeface="Arial Black"/>
              </a:defRPr>
            </a:pPr>
            <a:r>
              <a:t>GO MAKE A DIFFERENCE;</a:t>
            </a:r>
          </a:p>
          <a:p>
            <a:pPr algn="ctr">
              <a:lnSpc>
                <a:spcPct val="115000"/>
              </a:lnSpc>
              <a:spcAft>
                <a:spcPts val="1400"/>
              </a:spcAft>
              <a:defRPr sz="3800" b="1" i="0">
                <a:solidFill>
                  <a:srgbClr val="FFFFFF"/>
                </a:solidFill>
                <a:latin typeface="Arial Black"/>
              </a:defRPr>
            </a:pPr>
            <a:r>
              <a:t>WE CAN MAKE A DIFFERENCE</a:t>
            </a:r>
          </a:p>
          <a:p>
            <a:pPr algn="ctr">
              <a:lnSpc>
                <a:spcPct val="115000"/>
              </a:lnSpc>
              <a:spcAft>
                <a:spcPts val="1400"/>
              </a:spcAft>
              <a:defRPr sz="3800" b="1" i="0">
                <a:solidFill>
                  <a:srgbClr val="FFFFFF"/>
                </a:solidFill>
                <a:latin typeface="Arial Black"/>
              </a:defRPr>
            </a:pPr>
            <a:r>
              <a:t>IN THE NAME OF THE LORD.</a:t>
            </a:r>
          </a:p>
          <a:p>
            <a:pPr algn="ctr">
              <a:lnSpc>
                <a:spcPct val="115000"/>
              </a:lnSpc>
              <a:spcAft>
                <a:spcPts val="1400"/>
              </a:spcAft>
              <a:defRPr sz="3800" b="1" i="0">
                <a:solidFill>
                  <a:srgbClr val="FFFFFF"/>
                </a:solidFill>
                <a:latin typeface="Arial Black"/>
              </a:defRPr>
            </a:pPr>
            <a:r>
              <a:t>WE ARE A LIGHT ON THE HILL,</a:t>
            </a:r>
          </a:p>
        </p:txBody>
      </p:sp>
      <p:sp>
        <p:nvSpPr>
          <p:cNvPr id="6" name="TextBox 5"/>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8C8C91"/>
                </a:solidFill>
                <a:latin typeface="Calibri"/>
              </a:defRPr>
            </a:pPr>
            <a:r>
              <a:t>Gwangju Catholic Church Community</a:t>
            </a:r>
          </a:p>
          <a:p>
            <a:pPr>
              <a:spcBef>
                <a:spcPts val="200"/>
              </a:spcBef>
              <a:defRPr sz="1200" b="0" i="0">
                <a:solidFill>
                  <a:srgbClr val="FFCC4D"/>
                </a:solidFill>
                <a:latin typeface="Calibri"/>
              </a:defRPr>
            </a:pPr>
            <a:r>
              <a:t>Recessional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FFFFFF"/>
                </a:solidFill>
                <a:latin typeface="Calibri"/>
              </a:defRPr>
            </a:pPr>
            <a:r>
              <a:t>Gwangju Catholic Church Community</a:t>
            </a:r>
          </a:p>
        </p:txBody>
      </p:sp>
      <p:sp>
        <p:nvSpPr>
          <p:cNvPr id="4" name="TextBox 3"/>
          <p:cNvSpPr txBox="1"/>
          <p:nvPr/>
        </p:nvSpPr>
        <p:spPr>
          <a:xfrm>
            <a:off x="685800" y="1417320"/>
            <a:ext cx="16916400" cy="8001000"/>
          </a:xfrm>
          <a:prstGeom prst="rect">
            <a:avLst/>
          </a:prstGeom>
          <a:noFill/>
        </p:spPr>
        <p:txBody>
          <a:bodyPr wrap="square" lIns="109728" rIns="109728" tIns="73152" bIns="73152" anchor="ctr">
            <a:noAutofit/>
          </a:bodyPr>
          <a:lstStyle/>
          <a:p>
            <a:pPr algn="ctr">
              <a:lnSpc>
                <a:spcPct val="115000"/>
              </a:lnSpc>
              <a:spcAft>
                <a:spcPts val="1400"/>
              </a:spcAft>
              <a:defRPr sz="3800" b="1" i="0">
                <a:solidFill>
                  <a:srgbClr val="FFFFFF"/>
                </a:solidFill>
                <a:latin typeface="Arial Black"/>
              </a:defRPr>
            </a:pPr>
            <a:r>
              <a:t>MAY OUR GOOD DEEDS SHINE, LORD, UNTIL</a:t>
            </a:r>
          </a:p>
          <a:p>
            <a:pPr algn="ctr">
              <a:lnSpc>
                <a:spcPct val="115000"/>
              </a:lnSpc>
              <a:spcAft>
                <a:spcPts val="1400"/>
              </a:spcAft>
              <a:defRPr sz="3800" b="1" i="0">
                <a:solidFill>
                  <a:srgbClr val="FFFFFF"/>
                </a:solidFill>
                <a:latin typeface="Arial Black"/>
              </a:defRPr>
            </a:pPr>
            <a:r>
              <a:t>ALL KNOW YOUR KINGDOM IS NEAR.</a:t>
            </a:r>
          </a:p>
          <a:p>
            <a:pPr algn="ctr">
              <a:lnSpc>
                <a:spcPct val="115000"/>
              </a:lnSpc>
              <a:spcAft>
                <a:spcPts val="1400"/>
              </a:spcAft>
              <a:defRPr sz="3800" b="1" i="0">
                <a:solidFill>
                  <a:srgbClr val="FFFFFF"/>
                </a:solidFill>
                <a:latin typeface="Arial Black"/>
              </a:defRPr>
            </a:pPr>
            <a:r>
              <a:t>GO MAKE A DIFFERENCE.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8C8C91"/>
                </a:solidFill>
                <a:latin typeface="Calibri"/>
              </a:defRPr>
            </a:pPr>
            <a:r>
              <a:t>Gwangju Catholic Church Community</a:t>
            </a:r>
          </a:p>
          <a:p>
            <a:pPr>
              <a:spcBef>
                <a:spcPts val="200"/>
              </a:spcBef>
              <a:defRPr sz="1200" b="0" i="0">
                <a:solidFill>
                  <a:srgbClr val="FFCC4D"/>
                </a:solidFill>
                <a:latin typeface="Calibri"/>
              </a:defRPr>
            </a:pPr>
            <a:r>
              <a:t>Recessional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737360"/>
            <a:ext cx="16916400" cy="5943600"/>
          </a:xfrm>
          <a:prstGeom prst="rect">
            <a:avLst/>
          </a:prstGeom>
          <a:noFill/>
        </p:spPr>
        <p:txBody>
          <a:bodyPr wrap="square" lIns="109728" rIns="109728" tIns="73152" bIns="73152">
            <a:noAutofit/>
          </a:bodyPr>
          <a:lstStyle/>
          <a:p>
            <a:pPr>
              <a:spcAft>
                <a:spcPts val="300"/>
              </a:spcAft>
              <a:defRPr sz="2100" b="1" i="0">
                <a:solidFill>
                  <a:srgbClr val="56515A"/>
                </a:solidFill>
                <a:latin typeface="Calibri"/>
              </a:defRPr>
            </a:pPr>
            <a:r>
              <a:t>MASS CELEBRANT:</a:t>
            </a:r>
          </a:p>
          <a:p>
            <a:pPr>
              <a:spcAft>
                <a:spcPts val="300"/>
              </a:spcAft>
              <a:defRPr sz="2100" b="0" i="0">
                <a:solidFill>
                  <a:srgbClr val="1A1A1E"/>
                </a:solidFill>
                <a:latin typeface="Calibri"/>
              </a:defRPr>
            </a:pPr>
            <a:r>
              <a:t>Gabby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Gwangju</a:t>
            </a:r>
            <a:br/>
            <a:r>
              <a:t>Catholic</a:t>
            </a:r>
            <a:br/>
            <a:r>
              <a:t>Church</a:t>
            </a:r>
            <a:br/>
            <a:r>
              <a:t>Community</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Gospel (John 14:15-21)</a:t>
            </a:r>
          </a:p>
          <a:p>
            <a:pPr>
              <a:spcAft>
                <a:spcPts val="300"/>
              </a:spcAft>
              <a:defRPr sz="2100" b="0" i="0">
                <a:solidFill>
                  <a:srgbClr val="1A1A1E"/>
                </a:solidFill>
                <a:latin typeface="Calibri"/>
              </a:defRPr>
            </a:pPr>
            <a:r>
              <a:t>“I will pray to the Father, and he will give you another Counselor, that he may be with you forever,— the Spirit of truth, whom the world can't receive; for it doesn't see him, neither knows him.”</a:t>
            </a:r>
          </a:p>
          <a:p>
            <a:pPr>
              <a:spcAft>
                <a:spcPts val="300"/>
              </a:spcAft>
              <a:defRPr sz="2100" b="0" i="0">
                <a:solidFill>
                  <a:srgbClr val="1A1A1E"/>
                </a:solidFill>
                <a:latin typeface="Calibri"/>
              </a:defRPr>
            </a:pPr>
          </a:p>
          <a:p>
            <a:pPr>
              <a:spcAft>
                <a:spcPts val="300"/>
              </a:spcAft>
              <a:defRPr sz="2100" b="0" i="0">
                <a:solidFill>
                  <a:srgbClr val="1A1A1E"/>
                </a:solidFill>
                <a:latin typeface="Calibri"/>
              </a:defRPr>
            </a:pPr>
            <a:r>
              <a:t>YEAR A</a:t>
            </a:r>
          </a:p>
          <a:p>
            <a:pPr>
              <a:spcAft>
                <a:spcPts val="300"/>
              </a:spcAft>
              <a:defRPr sz="2100" b="0" i="0">
                <a:solidFill>
                  <a:srgbClr val="1A1A1E"/>
                </a:solidFill>
                <a:latin typeface="Calibri"/>
              </a:defRPr>
            </a:pPr>
            <a:r>
              <a:t>2026-05-10 · Eastertide</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Mass poster / divider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2F0E8"/>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685800" y="256032"/>
            <a:ext cx="756904" cy="749807"/>
          </a:xfrm>
          <a:prstGeom prst="rect">
            <a:avLst/>
          </a:prstGeom>
        </p:spPr>
      </p:pic>
      <p:sp>
        <p:nvSpPr>
          <p:cNvPr id="3" name="TextBox 2"/>
          <p:cNvSpPr txBox="1"/>
          <p:nvPr/>
        </p:nvSpPr>
        <p:spPr>
          <a:xfrm>
            <a:off x="1570720" y="256032"/>
            <a:ext cx="16031480" cy="868680"/>
          </a:xfrm>
          <a:prstGeom prst="rect">
            <a:avLst/>
          </a:prstGeom>
          <a:noFill/>
        </p:spPr>
        <p:txBody>
          <a:bodyPr wrap="square" lIns="109728" rIns="109728" tIns="73152" bIns="73152">
            <a:noAutofit/>
          </a:bodyPr>
          <a:lstStyle/>
          <a:p>
            <a:pPr algn="l">
              <a:defRPr sz="1500" b="1" i="0">
                <a:solidFill>
                  <a:srgbClr val="1A1A1E"/>
                </a:solidFill>
                <a:latin typeface="Calibri"/>
              </a:defRPr>
            </a:pPr>
            <a:r>
              <a:t>Gwangju Catholic Church Community</a:t>
            </a:r>
          </a:p>
        </p:txBody>
      </p:sp>
      <p:sp>
        <p:nvSpPr>
          <p:cNvPr id="4" name="TextBox 3"/>
          <p:cNvSpPr txBox="1"/>
          <p:nvPr/>
        </p:nvSpPr>
        <p:spPr>
          <a:xfrm>
            <a:off x="685800" y="1417320"/>
            <a:ext cx="16916400" cy="7863840"/>
          </a:xfrm>
          <a:prstGeom prst="rect">
            <a:avLst/>
          </a:prstGeom>
          <a:noFill/>
        </p:spPr>
        <p:txBody>
          <a:bodyPr wrap="square" lIns="109728" rIns="109728" tIns="73152" bIns="73152">
            <a:noAutofit/>
          </a:bodyPr>
          <a:lstStyle/>
          <a:p>
            <a:pPr>
              <a:spcAft>
                <a:spcPts val="500"/>
              </a:spcAft>
              <a:defRPr sz="1500" b="0" i="1">
                <a:solidFill>
                  <a:srgbClr val="56515A"/>
                </a:solidFill>
                <a:latin typeface="Calibri"/>
              </a:defRPr>
            </a:pPr>
            <a:r>
              <a:t>Below: World English Bible (WEB) fallback — verify NABRE on bible.usccb.org.</a:t>
            </a:r>
          </a:p>
        </p:txBody>
      </p:sp>
      <p:sp>
        <p:nvSpPr>
          <p:cNvPr id="5" name="TextBox 4"/>
          <p:cNvSpPr txBox="1"/>
          <p:nvPr/>
        </p:nvSpPr>
        <p:spPr>
          <a:xfrm>
            <a:off x="685800" y="9418320"/>
            <a:ext cx="16916400" cy="777240"/>
          </a:xfrm>
          <a:prstGeom prst="rect">
            <a:avLst/>
          </a:prstGeom>
          <a:noFill/>
        </p:spPr>
        <p:txBody>
          <a:bodyPr wrap="square" lIns="109728" rIns="109728" tIns="73152" bIns="73152">
            <a:noAutofit/>
          </a:bodyPr>
          <a:lstStyle/>
          <a:p>
            <a:pPr>
              <a:defRPr sz="1300" b="1" i="0">
                <a:solidFill>
                  <a:srgbClr val="5F5D68"/>
                </a:solidFill>
                <a:latin typeface="Calibri"/>
              </a:defRPr>
            </a:pPr>
            <a:r>
              <a:t>Gwangju Catholic Church Community</a:t>
            </a:r>
          </a:p>
          <a:p>
            <a:pPr>
              <a:spcBef>
                <a:spcPts val="200"/>
              </a:spcBef>
              <a:defRPr sz="1200" b="0" i="0">
                <a:solidFill>
                  <a:srgbClr val="56515A"/>
                </a:solidFill>
                <a:latin typeface="Calibri"/>
              </a:defRPr>
            </a:pPr>
            <a:r>
              <a:t>Scripture note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