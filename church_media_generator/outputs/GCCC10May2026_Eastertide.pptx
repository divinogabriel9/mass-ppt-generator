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1A1A1E"/>
                </a:solidFill>
                <a:latin typeface="Calibri"/>
              </a:defRPr>
            </a:pPr>
            <a:r>
              <a:t>PUT YOUR CELLPHONE ON SILENT MODE DURING THE MASS.</a:t>
            </a:r>
          </a:p>
          <a:p>
            <a:pPr>
              <a:spcAft>
                <a:spcPts val="500"/>
              </a:spcAft>
              <a:defRPr sz="1500" b="0" i="1">
                <a:solidFill>
                  <a:srgbClr val="56515A"/>
                </a:solidFill>
                <a:latin typeface="Calibri"/>
              </a:defRPr>
            </a:pPr>
            <a:r>
              <a:t>Thank you.</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Pre-Mass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554480"/>
            <a:ext cx="16916400" cy="960120"/>
          </a:xfrm>
          <a:prstGeom prst="rect">
            <a:avLst/>
          </a:prstGeom>
          <a:noFill/>
        </p:spPr>
        <p:txBody>
          <a:bodyPr wrap="square" lIns="109728" rIns="109728" tIns="73152" bIns="73152">
            <a:noAutofit/>
          </a:bodyPr>
          <a:lstStyle/>
          <a:p>
            <a:pPr algn="ctr">
              <a:defRPr sz="3800" b="1" i="0">
                <a:solidFill>
                  <a:srgbClr val="56515A"/>
                </a:solidFill>
                <a:latin typeface="Calibri"/>
              </a:defRPr>
            </a:pPr>
            <a:r>
              <a:t>Eastertide Celebration</a:t>
            </a:r>
          </a:p>
        </p:txBody>
      </p:sp>
      <p:sp>
        <p:nvSpPr>
          <p:cNvPr id="5" name="TextBox 4"/>
          <p:cNvSpPr txBox="1"/>
          <p:nvPr/>
        </p:nvSpPr>
        <p:spPr>
          <a:xfrm>
            <a:off x="685800" y="2606040"/>
            <a:ext cx="16916400" cy="3108960"/>
          </a:xfrm>
          <a:prstGeom prst="rect">
            <a:avLst/>
          </a:prstGeom>
          <a:noFill/>
        </p:spPr>
        <p:txBody>
          <a:bodyPr wrap="square" lIns="109728" rIns="109728" tIns="73152" bIns="73152">
            <a:noAutofit/>
          </a:bodyPr>
          <a:lstStyle/>
          <a:p>
            <a:pPr>
              <a:spcAft>
                <a:spcPts val="500"/>
              </a:spcAft>
              <a:defRPr sz="2100" b="0" i="0">
                <a:solidFill>
                  <a:srgbClr val="1A1A1E"/>
                </a:solidFill>
                <a:latin typeface="Calibri"/>
              </a:defRPr>
            </a:pPr>
            <a:r>
              <a:t>2026-05-10</a:t>
            </a:r>
          </a:p>
          <a:p>
            <a:pPr>
              <a:spcAft>
                <a:spcPts val="500"/>
              </a:spcAft>
              <a:defRPr sz="2100" b="0" i="0">
                <a:solidFill>
                  <a:srgbClr val="1A1A1E"/>
                </a:solidFill>
                <a:latin typeface="Calibri"/>
              </a:defRPr>
            </a:pPr>
            <a:r>
              <a:t>Celebrant: Fr X</a:t>
            </a:r>
          </a:p>
          <a:p>
            <a:pPr>
              <a:spcAft>
                <a:spcPts val="500"/>
              </a:spcAft>
              <a:defRPr sz="2100" b="0" i="0">
                <a:solidFill>
                  <a:srgbClr val="1A1A1E"/>
                </a:solidFill>
                <a:latin typeface="Calibri"/>
              </a:defRPr>
            </a:pPr>
            <a:r>
              <a:t>Gospel: John 14:15-21</a:t>
            </a:r>
            <a:br/>
            <a:r>
              <a:t>Season: Eastertide · Sunday Lectionary Year A</a:t>
            </a:r>
          </a:p>
          <a:p>
            <a:pPr>
              <a:spcAft>
                <a:spcPts val="500"/>
              </a:spcAft>
              <a:defRPr sz="2100" b="0" i="0">
                <a:solidFill>
                  <a:srgbClr val="1A1A1E"/>
                </a:solidFill>
                <a:latin typeface="Calibri"/>
              </a:defRPr>
            </a:pPr>
            <a:r>
              <a:t>Excerpt:</a:t>
            </a:r>
            <a:br/>
            <a:r>
              <a:t>“If you love me, keep my commandments.”</a:t>
            </a:r>
          </a:p>
          <a:p>
            <a:pPr>
              <a:spcAft>
                <a:spcPts val="500"/>
              </a:spcAft>
              <a:defRPr sz="2100" b="0" i="0">
                <a:solidFill>
                  <a:srgbClr val="1A1A1E"/>
                </a:solidFill>
                <a:latin typeface="Calibri"/>
              </a:defRPr>
            </a:pPr>
            <a:r>
              <a:t>Liturgical color: White (easter)</a:t>
            </a:r>
          </a:p>
        </p:txBody>
      </p:sp>
      <p:sp>
        <p:nvSpPr>
          <p:cNvPr id="6" name="TextBox 5"/>
          <p:cNvSpPr txBox="1"/>
          <p:nvPr/>
        </p:nvSpPr>
        <p:spPr>
          <a:xfrm>
            <a:off x="685800" y="9189720"/>
            <a:ext cx="16916400" cy="685800"/>
          </a:xfrm>
          <a:prstGeom prst="rect">
            <a:avLst/>
          </a:prstGeom>
          <a:noFill/>
        </p:spPr>
        <p:txBody>
          <a:bodyPr wrap="square" lIns="109728" rIns="109728" tIns="73152" bIns="73152">
            <a:noAutofit/>
          </a:bodyPr>
          <a:lstStyle/>
          <a:p>
            <a:pPr>
              <a:spcAft>
                <a:spcPts val="500"/>
              </a:spcAft>
              <a:defRPr sz="1400" b="0" i="0">
                <a:solidFill>
                  <a:srgbClr val="5F5D68"/>
                </a:solidFill>
                <a:latin typeface="Calibri"/>
              </a:defRPr>
            </a:pPr>
            <a:r>
              <a:t>Below: World English Bible (WEB) fallback — verify NABRE on bible.usccb.org.</a:t>
            </a:r>
          </a:p>
        </p:txBody>
      </p:sp>
      <p:sp>
        <p:nvSpPr>
          <p:cNvPr id="7" name="TextBox 6"/>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Title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56515A"/>
                </a:solidFill>
                <a:latin typeface="Calibri"/>
              </a:defRPr>
            </a:pPr>
            <a:r>
              <a:t>Welcome to the celebration of the Holy Eucharist.</a:t>
            </a:r>
          </a:p>
          <a:p>
            <a:pPr>
              <a:spcAft>
                <a:spcPts val="500"/>
              </a:spcAft>
              <a:defRPr sz="1500" b="0" i="1">
                <a:solidFill>
                  <a:srgbClr val="56515A"/>
                </a:solidFill>
                <a:latin typeface="Calibri"/>
              </a:defRPr>
            </a:pPr>
            <a:r>
              <a:t>Please stand and join in singing the Entrance hymn.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Intro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Sing a New Song</a:t>
            </a:r>
          </a:p>
        </p:txBody>
      </p:sp>
      <p:sp>
        <p:nvSpPr>
          <p:cNvPr id="5" name="TextBox 4"/>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400" b="1" i="0">
                <a:solidFill>
                  <a:srgbClr val="FFFFFF"/>
                </a:solidFill>
                <a:latin typeface="Arial Black"/>
              </a:defRPr>
            </a:pPr>
            <a:r>
              <a:t>REFRAIN:</a:t>
            </a:r>
          </a:p>
          <a:p>
            <a:pPr algn="ctr">
              <a:lnSpc>
                <a:spcPct val="105000"/>
              </a:lnSpc>
              <a:spcAft>
                <a:spcPts val="1000"/>
              </a:spcAft>
              <a:defRPr sz="3400" b="1" i="0">
                <a:solidFill>
                  <a:srgbClr val="FFFFFF"/>
                </a:solidFill>
                <a:latin typeface="Arial Black"/>
              </a:defRPr>
            </a:pPr>
            <a:r>
              <a:t>SING A NEW SONG UNTO THE LORD,</a:t>
            </a:r>
          </a:p>
          <a:p>
            <a:pPr algn="ctr">
              <a:lnSpc>
                <a:spcPct val="105000"/>
              </a:lnSpc>
              <a:spcAft>
                <a:spcPts val="1000"/>
              </a:spcAft>
              <a:defRPr sz="3400" b="1" i="0">
                <a:solidFill>
                  <a:srgbClr val="FFFFFF"/>
                </a:solidFill>
                <a:latin typeface="Arial Black"/>
              </a:defRPr>
            </a:pPr>
            <a:r>
              <a:t>LET YOUR SONG BE SUNG FROM MOUNTAINS HIGH.</a:t>
            </a:r>
          </a:p>
          <a:p>
            <a:pPr algn="ctr">
              <a:lnSpc>
                <a:spcPct val="105000"/>
              </a:lnSpc>
              <a:spcAft>
                <a:spcPts val="1000"/>
              </a:spcAft>
              <a:defRPr sz="3400" b="1" i="0">
                <a:solidFill>
                  <a:srgbClr val="FFFFFF"/>
                </a:solidFill>
                <a:latin typeface="Arial Black"/>
              </a:defRPr>
            </a:pPr>
            <a:r>
              <a:t>SING A NEW SONG UNTO THE LORD,</a:t>
            </a:r>
          </a:p>
          <a:p>
            <a:pPr algn="ctr">
              <a:lnSpc>
                <a:spcPct val="105000"/>
              </a:lnSpc>
              <a:spcAft>
                <a:spcPts val="1000"/>
              </a:spcAft>
              <a:defRPr sz="3400" b="1" i="0">
                <a:solidFill>
                  <a:srgbClr val="FFFFFF"/>
                </a:solidFill>
                <a:latin typeface="Arial Black"/>
              </a:defRPr>
            </a:pPr>
            <a:r>
              <a:t>SINGING ALLELUIA.</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Entrance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YAHWEH'S PEOPLE DANCE FOR JOY.</a:t>
            </a:r>
          </a:p>
          <a:p>
            <a:pPr algn="ctr">
              <a:lnSpc>
                <a:spcPct val="105000"/>
              </a:lnSpc>
              <a:spcAft>
                <a:spcPts val="1000"/>
              </a:spcAft>
              <a:defRPr sz="3800" b="1" i="0">
                <a:solidFill>
                  <a:srgbClr val="FFFFFF"/>
                </a:solidFill>
                <a:latin typeface="Arial Black"/>
              </a:defRPr>
            </a:pPr>
            <a:r>
              <a:t>O COME BEFORE THE LORD,</a:t>
            </a:r>
          </a:p>
          <a:p>
            <a:pPr algn="ctr">
              <a:lnSpc>
                <a:spcPct val="105000"/>
              </a:lnSpc>
              <a:spcAft>
                <a:spcPts val="1000"/>
              </a:spcAft>
              <a:defRPr sz="3800" b="1" i="0">
                <a:solidFill>
                  <a:srgbClr val="FFFFFF"/>
                </a:solidFill>
                <a:latin typeface="Arial Black"/>
              </a:defRPr>
            </a:pPr>
            <a:r>
              <a:t>AND PLAY FOR HIM ON GLAD TAMBOURINES</a:t>
            </a:r>
          </a:p>
          <a:p>
            <a:pPr algn="ctr">
              <a:lnSpc>
                <a:spcPct val="105000"/>
              </a:lnSpc>
              <a:spcAft>
                <a:spcPts val="1000"/>
              </a:spcAft>
              <a:defRPr sz="3800" b="1" i="0">
                <a:solidFill>
                  <a:srgbClr val="FFFFFF"/>
                </a:solidFill>
                <a:latin typeface="Arial Black"/>
              </a:defRPr>
            </a:pPr>
            <a:r>
              <a:t>AND LET YOUR TRUMPET SOUND.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Entrance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REFRAIN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Entrance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RISE, O RISE, IN SPLENDOR:</a:t>
            </a:r>
          </a:p>
          <a:p>
            <a:pPr algn="ctr">
              <a:lnSpc>
                <a:spcPct val="105000"/>
              </a:lnSpc>
              <a:spcAft>
                <a:spcPts val="1000"/>
              </a:spcAft>
              <a:defRPr sz="3800" b="1" i="0">
                <a:solidFill>
                  <a:srgbClr val="FFFFFF"/>
                </a:solidFill>
                <a:latin typeface="Arial Black"/>
              </a:defRPr>
            </a:pPr>
            <a:r>
              <a:t>DARKNESS NOW DISSOLVES AWAY,</a:t>
            </a:r>
          </a:p>
          <a:p>
            <a:pPr algn="ctr">
              <a:lnSpc>
                <a:spcPct val="105000"/>
              </a:lnSpc>
              <a:spcAft>
                <a:spcPts val="1000"/>
              </a:spcAft>
              <a:defRPr sz="3800" b="1" i="0">
                <a:solidFill>
                  <a:srgbClr val="FFFFFF"/>
                </a:solidFill>
                <a:latin typeface="Arial Black"/>
              </a:defRPr>
            </a:pPr>
            <a:r>
              <a:t>AS ALL CREATION JOINS TO SAY,</a:t>
            </a:r>
          </a:p>
          <a:p>
            <a:pPr algn="ctr">
              <a:lnSpc>
                <a:spcPct val="105000"/>
              </a:lnSpc>
              <a:spcAft>
                <a:spcPts val="1000"/>
              </a:spcAft>
              <a:defRPr sz="3800" b="1" i="0">
                <a:solidFill>
                  <a:srgbClr val="FFFFFF"/>
                </a:solidFill>
                <a:latin typeface="Arial Black"/>
              </a:defRPr>
            </a:pPr>
            <a:r>
              <a:t>"ALLELUIA!"</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Entrance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REFRAIN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Entrance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PRAISE TO YAHWEH, LIGHT OF DAWN,</a:t>
            </a:r>
          </a:p>
          <a:p>
            <a:pPr algn="ctr">
              <a:lnSpc>
                <a:spcPct val="105000"/>
              </a:lnSpc>
              <a:spcAft>
                <a:spcPts val="1000"/>
              </a:spcAft>
              <a:defRPr sz="3800" b="1" i="0">
                <a:solidFill>
                  <a:srgbClr val="FFFFFF"/>
                </a:solidFill>
                <a:latin typeface="Arial Black"/>
              </a:defRPr>
            </a:pPr>
            <a:r>
              <a:t>ROCK AND FORTRESS, SAVING SON,</a:t>
            </a:r>
          </a:p>
          <a:p>
            <a:pPr algn="ctr">
              <a:lnSpc>
                <a:spcPct val="105000"/>
              </a:lnSpc>
              <a:spcAft>
                <a:spcPts val="1000"/>
              </a:spcAft>
              <a:defRPr sz="3800" b="1" i="0">
                <a:solidFill>
                  <a:srgbClr val="FFFFFF"/>
                </a:solidFill>
                <a:latin typeface="Arial Black"/>
              </a:defRPr>
            </a:pPr>
            <a:r>
              <a:t>FROM THE SLAVE LAND LET US RUN,</a:t>
            </a:r>
          </a:p>
          <a:p>
            <a:pPr algn="ctr">
              <a:lnSpc>
                <a:spcPct val="105000"/>
              </a:lnSpc>
              <a:spcAft>
                <a:spcPts val="1000"/>
              </a:spcAft>
              <a:defRPr sz="3800" b="1" i="0">
                <a:solidFill>
                  <a:srgbClr val="FFFFFF"/>
                </a:solidFill>
                <a:latin typeface="Arial Black"/>
              </a:defRPr>
            </a:pPr>
            <a:r>
              <a:t>SINGING ALLELUIA.</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Entrance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REFRAIN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Entrance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56515A"/>
                </a:solidFill>
                <a:latin typeface="Calibri"/>
              </a:defRPr>
            </a:pPr>
            <a:r>
              <a:t>MASS CELEBRANT:</a:t>
            </a:r>
          </a:p>
          <a:p>
            <a:pPr>
              <a:spcAft>
                <a:spcPts val="300"/>
              </a:spcAft>
              <a:defRPr sz="2100" b="0" i="0">
                <a:solidFill>
                  <a:srgbClr val="1A1A1E"/>
                </a:solidFill>
                <a:latin typeface="Calibri"/>
              </a:defRPr>
            </a:pPr>
            <a:r>
              <a:t>Fr X</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Gwangju</a:t>
            </a:r>
            <a:br/>
            <a:r>
              <a:t>Catholic</a:t>
            </a:r>
            <a:br/>
            <a:r>
              <a:t>Church</a:t>
            </a:r>
            <a:br/>
            <a:r>
              <a:t>Community</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Gospel (John 14:15-21)</a:t>
            </a:r>
          </a:p>
          <a:p>
            <a:pPr>
              <a:spcAft>
                <a:spcPts val="300"/>
              </a:spcAft>
              <a:defRPr sz="2100" b="0" i="0">
                <a:solidFill>
                  <a:srgbClr val="1A1A1E"/>
                </a:solidFill>
                <a:latin typeface="Calibri"/>
              </a:defRPr>
            </a:pPr>
            <a:r>
              <a:t>“If you love me, keep my commandments.”</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YEAR A</a:t>
            </a:r>
          </a:p>
          <a:p>
            <a:pPr>
              <a:spcAft>
                <a:spcPts val="300"/>
              </a:spcAft>
              <a:defRPr sz="2100" b="0" i="0">
                <a:solidFill>
                  <a:srgbClr val="1A1A1E"/>
                </a:solidFill>
                <a:latin typeface="Calibri"/>
              </a:defRPr>
            </a:pPr>
            <a:r>
              <a:t>2026-05-10 · Eastertide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Mass poster / divider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In the Name of the Father, and of the Son, and of the Holy Spirit.</a:t>
            </a:r>
          </a:p>
          <a:p>
            <a:pPr>
              <a:spcAft>
                <a:spcPts val="500"/>
              </a:spcAft>
              <a:defRPr sz="2000" b="1" i="0">
                <a:solidFill>
                  <a:srgbClr val="1A1A1E"/>
                </a:solidFill>
                <a:latin typeface="Calibri"/>
              </a:defRPr>
            </a:pPr>
            <a:r>
              <a:t>Amen.</a:t>
            </a:r>
          </a:p>
          <a:p>
            <a:pPr>
              <a:spcAft>
                <a:spcPts val="500"/>
              </a:spcAft>
              <a:defRPr sz="2000" b="1" i="0">
                <a:solidFill>
                  <a:srgbClr val="56515A"/>
                </a:solidFill>
                <a:latin typeface="Calibri"/>
              </a:defRPr>
            </a:pPr>
            <a:r>
              <a:t>The Lord be with you.</a:t>
            </a:r>
          </a:p>
          <a:p>
            <a:pPr>
              <a:spcAft>
                <a:spcPts val="500"/>
              </a:spcAft>
              <a:defRPr sz="2000" b="1" i="0">
                <a:solidFill>
                  <a:srgbClr val="1A1A1E"/>
                </a:solidFill>
                <a:latin typeface="Calibri"/>
              </a:defRPr>
            </a:pPr>
            <a:r>
              <a:t>And with your spirit.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Introductory Rites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Brethren (brothers and sisters), let us acknowledge our sins, and so prepare ourselves to celebrate the sacred mysteries.</a:t>
            </a:r>
          </a:p>
          <a:p>
            <a:pPr>
              <a:spcAft>
                <a:spcPts val="500"/>
              </a:spcAft>
              <a:defRPr sz="2000" b="1" i="0">
                <a:solidFill>
                  <a:srgbClr val="1A1A1E"/>
                </a:solidFill>
                <a:latin typeface="Calibri"/>
              </a:defRPr>
            </a:pPr>
            <a:r>
              <a:t>I confess to almighty God</a:t>
            </a:r>
          </a:p>
          <a:p>
            <a:pPr>
              <a:spcAft>
                <a:spcPts val="500"/>
              </a:spcAft>
              <a:defRPr sz="1900" b="0" i="0">
                <a:solidFill>
                  <a:srgbClr val="1A1A1E"/>
                </a:solidFill>
                <a:latin typeface="Calibri"/>
              </a:defRPr>
            </a:pPr>
            <a:r>
              <a:t>and to you, my brothers and sisters,</a:t>
            </a:r>
          </a:p>
          <a:p>
            <a:pPr>
              <a:spcAft>
                <a:spcPts val="500"/>
              </a:spcAft>
              <a:defRPr sz="1900" b="0" i="0">
                <a:solidFill>
                  <a:srgbClr val="1A1A1E"/>
                </a:solidFill>
                <a:latin typeface="Calibri"/>
              </a:defRPr>
            </a:pPr>
            <a:r>
              <a:t>that I have greatly sinned,</a:t>
            </a:r>
          </a:p>
          <a:p>
            <a:pPr>
              <a:spcAft>
                <a:spcPts val="500"/>
              </a:spcAft>
              <a:defRPr sz="1900" b="0" i="0">
                <a:solidFill>
                  <a:srgbClr val="1A1A1E"/>
                </a:solidFill>
                <a:latin typeface="Calibri"/>
              </a:defRPr>
            </a:pPr>
            <a:r>
              <a:t>in my thoughts and in my words,</a:t>
            </a:r>
          </a:p>
          <a:p>
            <a:pPr>
              <a:spcAft>
                <a:spcPts val="500"/>
              </a:spcAft>
              <a:defRPr sz="1900" b="0" i="0">
                <a:solidFill>
                  <a:srgbClr val="1A1A1E"/>
                </a:solidFill>
                <a:latin typeface="Calibri"/>
              </a:defRPr>
            </a:pPr>
            <a:r>
              <a:t>in what I have done and in what I have failed to do,</a:t>
            </a:r>
          </a:p>
          <a:p>
            <a:pPr>
              <a:spcAft>
                <a:spcPts val="500"/>
              </a:spcAft>
              <a:defRPr sz="1900" b="0" i="0">
                <a:solidFill>
                  <a:srgbClr val="1A1A1E"/>
                </a:solidFill>
                <a:latin typeface="Calibri"/>
              </a:defRPr>
            </a:pPr>
            <a:r>
              <a:t>through my fault, through my fault,</a:t>
            </a:r>
          </a:p>
          <a:p>
            <a:pPr>
              <a:spcAft>
                <a:spcPts val="500"/>
              </a:spcAft>
              <a:defRPr sz="1900" b="0" i="0">
                <a:solidFill>
                  <a:srgbClr val="1A1A1E"/>
                </a:solidFill>
                <a:latin typeface="Calibri"/>
              </a:defRPr>
            </a:pPr>
            <a:r>
              <a:t>through my most grievous fault;</a:t>
            </a:r>
          </a:p>
          <a:p>
            <a:pPr>
              <a:spcAft>
                <a:spcPts val="500"/>
              </a:spcAft>
              <a:defRPr sz="1900" b="0" i="0">
                <a:solidFill>
                  <a:srgbClr val="1A1A1E"/>
                </a:solidFill>
                <a:latin typeface="Calibri"/>
              </a:defRPr>
            </a:pPr>
            <a:r>
              <a:t>therefore I ask blessed Mary ever-Virgin,</a:t>
            </a:r>
          </a:p>
          <a:p>
            <a:pPr>
              <a:spcAft>
                <a:spcPts val="500"/>
              </a:spcAft>
              <a:defRPr sz="1900" b="0" i="0">
                <a:solidFill>
                  <a:srgbClr val="1A1A1E"/>
                </a:solidFill>
                <a:latin typeface="Calibri"/>
              </a:defRPr>
            </a:pPr>
            <a:r>
              <a:t>all the Angels and Saints,</a:t>
            </a:r>
          </a:p>
          <a:p>
            <a:pPr>
              <a:spcAft>
                <a:spcPts val="500"/>
              </a:spcAft>
              <a:defRPr sz="1900" b="0" i="0">
                <a:solidFill>
                  <a:srgbClr val="1A1A1E"/>
                </a:solidFill>
                <a:latin typeface="Calibri"/>
              </a:defRPr>
            </a:pPr>
            <a:r>
              <a:t>and you, my brothers and sisters,</a:t>
            </a:r>
          </a:p>
          <a:p>
            <a:pPr>
              <a:spcAft>
                <a:spcPts val="500"/>
              </a:spcAft>
              <a:defRPr sz="1900" b="0" i="0">
                <a:solidFill>
                  <a:srgbClr val="1A1A1E"/>
                </a:solidFill>
                <a:latin typeface="Calibri"/>
              </a:defRPr>
            </a:pPr>
            <a:r>
              <a:t>to pray for me to the Lord our God.</a:t>
            </a:r>
          </a:p>
          <a:p>
            <a:pPr>
              <a:spcAft>
                <a:spcPts val="500"/>
              </a:spcAft>
              <a:defRPr sz="2000" b="1" i="0">
                <a:solidFill>
                  <a:srgbClr val="56515A"/>
                </a:solidFill>
                <a:latin typeface="Calibri"/>
              </a:defRPr>
            </a:pPr>
            <a:r>
              <a:t>May almighty God have mercy on us, forgive us our sins, and bring us to everlasting life.</a:t>
            </a:r>
          </a:p>
          <a:p>
            <a:pPr>
              <a:spcAft>
                <a:spcPts val="500"/>
              </a:spcAft>
              <a:defRPr sz="2000" b="1" i="0">
                <a:solidFill>
                  <a:srgbClr val="1A1A1E"/>
                </a:solidFill>
                <a:latin typeface="Calibri"/>
              </a:defRPr>
            </a:pPr>
            <a:r>
              <a:t>Amen.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Penitential Act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1A1A1E"/>
                </a:solidFill>
                <a:latin typeface="Calibri"/>
              </a:defRPr>
            </a:pPr>
            <a:r>
              <a:t>Lord, have mercy.</a:t>
            </a:r>
          </a:p>
          <a:p>
            <a:pPr>
              <a:spcAft>
                <a:spcPts val="500"/>
              </a:spcAft>
              <a:defRPr sz="2000" b="1" i="0">
                <a:solidFill>
                  <a:srgbClr val="1A1A1E"/>
                </a:solidFill>
                <a:latin typeface="Calibri"/>
              </a:defRPr>
            </a:pPr>
            <a:r>
              <a:t>Lord, have mercy.</a:t>
            </a:r>
          </a:p>
          <a:p>
            <a:pPr>
              <a:spcAft>
                <a:spcPts val="500"/>
              </a:spcAft>
              <a:defRPr sz="2000" b="1" i="0">
                <a:solidFill>
                  <a:srgbClr val="1A1A1E"/>
                </a:solidFill>
                <a:latin typeface="Calibri"/>
              </a:defRPr>
            </a:pPr>
            <a:r>
              <a:t>Christ, have mercy.</a:t>
            </a:r>
          </a:p>
          <a:p>
            <a:pPr>
              <a:spcAft>
                <a:spcPts val="500"/>
              </a:spcAft>
              <a:defRPr sz="2000" b="1" i="0">
                <a:solidFill>
                  <a:srgbClr val="1A1A1E"/>
                </a:solidFill>
                <a:latin typeface="Calibri"/>
              </a:defRPr>
            </a:pPr>
            <a:r>
              <a:t>Christ, have mercy.</a:t>
            </a:r>
          </a:p>
          <a:p>
            <a:pPr>
              <a:spcAft>
                <a:spcPts val="500"/>
              </a:spcAft>
              <a:defRPr sz="2000" b="1" i="0">
                <a:solidFill>
                  <a:srgbClr val="1A1A1E"/>
                </a:solidFill>
                <a:latin typeface="Calibri"/>
              </a:defRPr>
            </a:pPr>
            <a:r>
              <a:t>Lord, have mercy.</a:t>
            </a:r>
          </a:p>
          <a:p>
            <a:pPr>
              <a:spcAft>
                <a:spcPts val="500"/>
              </a:spcAft>
              <a:defRPr sz="2000" b="1" i="0">
                <a:solidFill>
                  <a:srgbClr val="1A1A1E"/>
                </a:solidFill>
                <a:latin typeface="Calibri"/>
              </a:defRPr>
            </a:pPr>
            <a:r>
              <a:t>Lord, have mercy.</a:t>
            </a:r>
          </a:p>
          <a:p>
            <a:pPr>
              <a:spcAft>
                <a:spcPts val="500"/>
              </a:spcAft>
              <a:defRPr sz="1500" b="0" i="1">
                <a:solidFill>
                  <a:srgbClr val="56515A"/>
                </a:solidFill>
                <a:latin typeface="Calibri"/>
              </a:defRPr>
            </a:pPr>
            <a:r>
              <a:t>This acclamation may also be sung, or the invocations from the Missal or approved pastoral practice may be used in full.</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Kyrie Eleison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1A1A1E"/>
                </a:solidFill>
                <a:latin typeface="Calibri"/>
              </a:defRPr>
            </a:pPr>
            <a:r>
              <a:t>Glory to God in the highest,</a:t>
            </a:r>
          </a:p>
          <a:p>
            <a:pPr>
              <a:spcAft>
                <a:spcPts val="500"/>
              </a:spcAft>
              <a:defRPr sz="1900" b="0" i="0">
                <a:solidFill>
                  <a:srgbClr val="1A1A1E"/>
                </a:solidFill>
                <a:latin typeface="Calibri"/>
              </a:defRPr>
            </a:pPr>
            <a:r>
              <a:t>and on earth peace to people of good will.</a:t>
            </a:r>
          </a:p>
          <a:p>
            <a:pPr>
              <a:spcAft>
                <a:spcPts val="500"/>
              </a:spcAft>
              <a:defRPr sz="1900" b="0" i="0">
                <a:solidFill>
                  <a:srgbClr val="1A1A1E"/>
                </a:solidFill>
                <a:latin typeface="Calibri"/>
              </a:defRPr>
            </a:pPr>
            <a:r>
              <a:t>We praise you, we bless you, we adore you,</a:t>
            </a:r>
          </a:p>
          <a:p>
            <a:pPr>
              <a:spcAft>
                <a:spcPts val="500"/>
              </a:spcAft>
              <a:defRPr sz="1900" b="0" i="0">
                <a:solidFill>
                  <a:srgbClr val="1A1A1E"/>
                </a:solidFill>
                <a:latin typeface="Calibri"/>
              </a:defRPr>
            </a:pPr>
            <a:r>
              <a:t>we glorify you, we give you thanks</a:t>
            </a:r>
          </a:p>
          <a:p>
            <a:pPr>
              <a:spcAft>
                <a:spcPts val="500"/>
              </a:spcAft>
              <a:defRPr sz="1900" b="0" i="0">
                <a:solidFill>
                  <a:srgbClr val="1A1A1E"/>
                </a:solidFill>
                <a:latin typeface="Calibri"/>
              </a:defRPr>
            </a:pPr>
            <a:r>
              <a:t>for your great glory,</a:t>
            </a:r>
          </a:p>
          <a:p>
            <a:pPr>
              <a:spcAft>
                <a:spcPts val="500"/>
              </a:spcAft>
              <a:defRPr sz="1900" b="0" i="0">
                <a:solidFill>
                  <a:srgbClr val="1A1A1E"/>
                </a:solidFill>
                <a:latin typeface="Calibri"/>
              </a:defRPr>
            </a:pPr>
            <a:r>
              <a:t>Lord God, heavenly King, O God, almighty Father.</a:t>
            </a:r>
          </a:p>
          <a:p>
            <a:pPr>
              <a:spcAft>
                <a:spcPts val="500"/>
              </a:spcAft>
              <a:defRPr sz="1900" b="0" i="0">
                <a:solidFill>
                  <a:srgbClr val="1A1A1E"/>
                </a:solidFill>
                <a:latin typeface="Calibri"/>
              </a:defRPr>
            </a:pPr>
            <a:r>
              <a:t>Lord Jesus Christ, Only Begotten Son,</a:t>
            </a:r>
          </a:p>
          <a:p>
            <a:pPr>
              <a:spcAft>
                <a:spcPts val="500"/>
              </a:spcAft>
              <a:defRPr sz="1900" b="0" i="0">
                <a:solidFill>
                  <a:srgbClr val="1A1A1E"/>
                </a:solidFill>
                <a:latin typeface="Calibri"/>
              </a:defRPr>
            </a:pPr>
            <a:r>
              <a:t>Lord God, Lamb of God, Son of the Father,</a:t>
            </a:r>
          </a:p>
          <a:p>
            <a:pPr>
              <a:spcAft>
                <a:spcPts val="500"/>
              </a:spcAft>
              <a:defRPr sz="1900" b="0" i="0">
                <a:solidFill>
                  <a:srgbClr val="1A1A1E"/>
                </a:solidFill>
                <a:latin typeface="Calibri"/>
              </a:defRPr>
            </a:pPr>
            <a:r>
              <a:t>you take away the sins of the world, have mercy on us;</a:t>
            </a:r>
          </a:p>
          <a:p>
            <a:pPr>
              <a:spcAft>
                <a:spcPts val="500"/>
              </a:spcAft>
              <a:defRPr sz="1900" b="0" i="0">
                <a:solidFill>
                  <a:srgbClr val="1A1A1E"/>
                </a:solidFill>
                <a:latin typeface="Calibri"/>
              </a:defRPr>
            </a:pPr>
            <a:r>
              <a:t>you take away the sins of the world, receive our prayer;</a:t>
            </a:r>
          </a:p>
          <a:p>
            <a:pPr>
              <a:spcAft>
                <a:spcPts val="500"/>
              </a:spcAft>
              <a:defRPr sz="1900" b="0" i="0">
                <a:solidFill>
                  <a:srgbClr val="1A1A1E"/>
                </a:solidFill>
                <a:latin typeface="Calibri"/>
              </a:defRPr>
            </a:pPr>
            <a:r>
              <a:t>you are seated at the right hand of the Father, have mercy on us.</a:t>
            </a:r>
          </a:p>
          <a:p>
            <a:pPr>
              <a:spcAft>
                <a:spcPts val="500"/>
              </a:spcAft>
              <a:defRPr sz="1900" b="0" i="0">
                <a:solidFill>
                  <a:srgbClr val="1A1A1E"/>
                </a:solidFill>
                <a:latin typeface="Calibri"/>
              </a:defRPr>
            </a:pPr>
            <a:r>
              <a:t>For you alone are the Holy One,</a:t>
            </a:r>
          </a:p>
          <a:p>
            <a:pPr>
              <a:spcAft>
                <a:spcPts val="500"/>
              </a:spcAft>
              <a:defRPr sz="1900" b="0" i="0">
                <a:solidFill>
                  <a:srgbClr val="1A1A1E"/>
                </a:solidFill>
                <a:latin typeface="Calibri"/>
              </a:defRPr>
            </a:pPr>
            <a:r>
              <a:t>you alone are the Lord,</a:t>
            </a:r>
          </a:p>
          <a:p>
            <a:pPr>
              <a:spcAft>
                <a:spcPts val="500"/>
              </a:spcAft>
              <a:defRPr sz="1900" b="0" i="0">
                <a:solidFill>
                  <a:srgbClr val="1A1A1E"/>
                </a:solidFill>
                <a:latin typeface="Calibri"/>
              </a:defRPr>
            </a:pPr>
            <a:r>
              <a:t>you alone are the Most High,</a:t>
            </a:r>
          </a:p>
          <a:p>
            <a:pPr>
              <a:spcAft>
                <a:spcPts val="500"/>
              </a:spcAft>
              <a:defRPr sz="1900" b="0" i="0">
                <a:solidFill>
                  <a:srgbClr val="1A1A1E"/>
                </a:solidFill>
                <a:latin typeface="Calibri"/>
              </a:defRPr>
            </a:pPr>
            <a:r>
              <a:t>Jesus Christ,</a:t>
            </a:r>
          </a:p>
          <a:p>
            <a:pPr>
              <a:spcAft>
                <a:spcPts val="500"/>
              </a:spcAft>
              <a:defRPr sz="1900" b="0" i="0">
                <a:solidFill>
                  <a:srgbClr val="1A1A1E"/>
                </a:solidFill>
                <a:latin typeface="Calibri"/>
              </a:defRPr>
            </a:pPr>
            <a:r>
              <a:t>with the Holy Spirit,</a:t>
            </a:r>
          </a:p>
          <a:p>
            <a:pPr>
              <a:spcAft>
                <a:spcPts val="500"/>
              </a:spcAft>
              <a:defRPr sz="1900" b="0" i="0">
                <a:solidFill>
                  <a:srgbClr val="1A1A1E"/>
                </a:solidFill>
                <a:latin typeface="Calibri"/>
              </a:defRPr>
            </a:pPr>
            <a:r>
              <a:t>in the glory of God the Father.</a:t>
            </a:r>
          </a:p>
          <a:p>
            <a:pPr>
              <a:spcAft>
                <a:spcPts val="500"/>
              </a:spcAft>
              <a:defRPr sz="1900" b="0" i="0">
                <a:solidFill>
                  <a:srgbClr val="1A1A1E"/>
                </a:solidFill>
                <a:latin typeface="Calibri"/>
              </a:defRPr>
            </a:pPr>
            <a:r>
              <a:t>Amen.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Gloria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Let us pray.</a:t>
            </a:r>
          </a:p>
          <a:p>
            <a:pPr>
              <a:spcAft>
                <a:spcPts val="500"/>
              </a:spcAft>
              <a:defRPr sz="1500" b="0" i="1">
                <a:solidFill>
                  <a:srgbClr val="56515A"/>
                </a:solidFill>
                <a:latin typeface="Calibri"/>
              </a:defRPr>
            </a:pPr>
            <a:r>
              <a:t>All pray silently with the Priest for a moment. Then the Priest says the Collect for the day, that is, the Opening Prayer, in full from the Roman Missal for this celebration—nothing abbreviated. The people respond at the end.</a:t>
            </a:r>
          </a:p>
          <a:p>
            <a:pPr>
              <a:spcAft>
                <a:spcPts val="500"/>
              </a:spcAft>
              <a:defRPr sz="2000" b="1" i="0">
                <a:solidFill>
                  <a:srgbClr val="1A1A1E"/>
                </a:solidFill>
                <a:latin typeface="Calibri"/>
              </a:defRPr>
            </a:pPr>
            <a:r>
              <a:t>Amen.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Word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56515A"/>
                </a:solidFill>
                <a:latin typeface="Calibri"/>
              </a:defRPr>
            </a:pPr>
            <a:r>
              <a:t>LITURGY OF</a:t>
            </a:r>
            <a:br/>
            <a:r>
              <a:t>THE WORD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Word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56515A"/>
                </a:solidFill>
                <a:latin typeface="Calibri"/>
              </a:defRPr>
            </a:pPr>
            <a:r>
              <a:t>FIRST</a:t>
            </a:r>
            <a:br/>
            <a:r>
              <a:t>READING</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First Reading Title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1024128"/>
          </a:xfrm>
          <a:prstGeom prst="rect">
            <a:avLst/>
          </a:prstGeom>
          <a:noFill/>
        </p:spPr>
        <p:txBody>
          <a:bodyPr wrap="square" lIns="109728" rIns="109728" tIns="73152" bIns="73152">
            <a:noAutofit/>
          </a:bodyPr>
          <a:lstStyle/>
          <a:p>
            <a:pPr>
              <a:defRPr sz="2800" b="1" i="0">
                <a:solidFill>
                  <a:srgbClr val="56515A"/>
                </a:solidFill>
                <a:latin typeface="Calibri"/>
              </a:defRPr>
            </a:pPr>
            <a:r>
              <a:t>Liturgy of the Word</a:t>
            </a:r>
          </a:p>
          <a:p>
            <a:pPr>
              <a:defRPr sz="1600" b="0" i="0">
                <a:solidFill>
                  <a:srgbClr val="5F5D68"/>
                </a:solidFill>
                <a:latin typeface="Calibri"/>
              </a:defRPr>
            </a:pPr>
            <a:r>
              <a:t>First Reading (Acts 8:5-8, 14-17)</a:t>
            </a:r>
          </a:p>
        </p:txBody>
      </p:sp>
      <p:sp>
        <p:nvSpPr>
          <p:cNvPr id="5" name="TextBox 4"/>
          <p:cNvSpPr txBox="1"/>
          <p:nvPr/>
        </p:nvSpPr>
        <p:spPr>
          <a:xfrm>
            <a:off x="685800" y="2496312"/>
            <a:ext cx="16916400" cy="438912"/>
          </a:xfrm>
          <a:prstGeom prst="rect">
            <a:avLst/>
          </a:prstGeom>
          <a:noFill/>
        </p:spPr>
        <p:txBody>
          <a:bodyPr wrap="square" lIns="109728" rIns="109728" tIns="73152" bIns="73152">
            <a:noAutofit/>
          </a:bodyPr>
          <a:lstStyle/>
          <a:p>
            <a:pPr>
              <a:defRPr sz="1400" b="0" i="0">
                <a:solidFill>
                  <a:srgbClr val="5F5D68"/>
                </a:solidFill>
                <a:latin typeface="Calibri"/>
              </a:defRPr>
            </a:pPr>
            <a:r>
              <a:t>Acts 8:5-8, 14-17</a:t>
            </a:r>
          </a:p>
        </p:txBody>
      </p:sp>
      <p:sp>
        <p:nvSpPr>
          <p:cNvPr id="6" name="TextBox 5"/>
          <p:cNvSpPr txBox="1"/>
          <p:nvPr/>
        </p:nvSpPr>
        <p:spPr>
          <a:xfrm>
            <a:off x="685800" y="3044952"/>
            <a:ext cx="16916400" cy="6327648"/>
          </a:xfrm>
          <a:prstGeom prst="rect">
            <a:avLst/>
          </a:prstGeom>
          <a:noFill/>
        </p:spPr>
        <p:txBody>
          <a:bodyPr wrap="square" lIns="109728" rIns="109728" tIns="73152" bIns="73152">
            <a:noAutofit/>
          </a:bodyPr>
          <a:lstStyle/>
          <a:p>
            <a:pPr>
              <a:spcAft>
                <a:spcPts val="500"/>
              </a:spcAft>
              <a:defRPr sz="1900" b="0" i="0">
                <a:solidFill>
                  <a:srgbClr val="1A1A1E"/>
                </a:solidFill>
                <a:latin typeface="Calibri"/>
              </a:defRPr>
            </a:pPr>
            <a:r>
              <a:t>Full text was not loaded from bible.usccb.org. Open today’s readings for this date and paste if needed.</a:t>
            </a:r>
          </a:p>
        </p:txBody>
      </p:sp>
      <p:sp>
        <p:nvSpPr>
          <p:cNvPr id="7" name="TextBox 6"/>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Word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56515A"/>
                </a:solidFill>
                <a:latin typeface="Calibri"/>
              </a:defRPr>
            </a:pPr>
            <a:r>
              <a:t>RESPONSORIAL</a:t>
            </a:r>
            <a:br/>
            <a:r>
              <a:t>PSALM</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Responsorial Psalm Title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1024128"/>
          </a:xfrm>
          <a:prstGeom prst="rect">
            <a:avLst/>
          </a:prstGeom>
          <a:noFill/>
        </p:spPr>
        <p:txBody>
          <a:bodyPr wrap="square" lIns="109728" rIns="109728" tIns="73152" bIns="73152">
            <a:noAutofit/>
          </a:bodyPr>
          <a:lstStyle/>
          <a:p>
            <a:pPr>
              <a:defRPr sz="2800" b="1" i="0">
                <a:solidFill>
                  <a:srgbClr val="56515A"/>
                </a:solidFill>
                <a:latin typeface="Calibri"/>
              </a:defRPr>
            </a:pPr>
            <a:r>
              <a:t>Liturgy of the Word</a:t>
            </a:r>
          </a:p>
          <a:p>
            <a:pPr>
              <a:defRPr sz="1600" b="0" i="0">
                <a:solidFill>
                  <a:srgbClr val="5F5D68"/>
                </a:solidFill>
                <a:latin typeface="Calibri"/>
              </a:defRPr>
            </a:pPr>
            <a:r>
              <a:t>Responsorial Psalm (Psalm 66:1-3, 4-5, 6-7, 16, 20)</a:t>
            </a:r>
          </a:p>
        </p:txBody>
      </p:sp>
      <p:sp>
        <p:nvSpPr>
          <p:cNvPr id="5" name="TextBox 4"/>
          <p:cNvSpPr txBox="1"/>
          <p:nvPr/>
        </p:nvSpPr>
        <p:spPr>
          <a:xfrm>
            <a:off x="685800" y="2496312"/>
            <a:ext cx="16916400" cy="438912"/>
          </a:xfrm>
          <a:prstGeom prst="rect">
            <a:avLst/>
          </a:prstGeom>
          <a:noFill/>
        </p:spPr>
        <p:txBody>
          <a:bodyPr wrap="square" lIns="109728" rIns="109728" tIns="73152" bIns="73152">
            <a:noAutofit/>
          </a:bodyPr>
          <a:lstStyle/>
          <a:p>
            <a:pPr>
              <a:defRPr sz="1400" b="0" i="0">
                <a:solidFill>
                  <a:srgbClr val="5F5D68"/>
                </a:solidFill>
                <a:latin typeface="Calibri"/>
              </a:defRPr>
            </a:pPr>
            <a:r>
              <a:t>Psalm 66:1-3, 4-5, 6-7, 16, 20</a:t>
            </a:r>
          </a:p>
        </p:txBody>
      </p:sp>
      <p:sp>
        <p:nvSpPr>
          <p:cNvPr id="6" name="TextBox 5"/>
          <p:cNvSpPr txBox="1"/>
          <p:nvPr/>
        </p:nvSpPr>
        <p:spPr>
          <a:xfrm>
            <a:off x="685800" y="3044952"/>
            <a:ext cx="16916400" cy="6327648"/>
          </a:xfrm>
          <a:prstGeom prst="rect">
            <a:avLst/>
          </a:prstGeom>
          <a:noFill/>
        </p:spPr>
        <p:txBody>
          <a:bodyPr wrap="square" lIns="109728" rIns="109728" tIns="73152" bIns="73152">
            <a:noAutofit/>
          </a:bodyPr>
          <a:lstStyle/>
          <a:p>
            <a:pPr>
              <a:spcAft>
                <a:spcPts val="500"/>
              </a:spcAft>
              <a:defRPr sz="1900" b="0" i="0">
                <a:solidFill>
                  <a:srgbClr val="1A1A1E"/>
                </a:solidFill>
                <a:latin typeface="Calibri"/>
              </a:defRPr>
            </a:pPr>
            <a:r>
              <a:t>Full text was not loaded from bible.usccb.org. Open today’s readings for this date and paste if needed.</a:t>
            </a:r>
          </a:p>
        </p:txBody>
      </p:sp>
      <p:sp>
        <p:nvSpPr>
          <p:cNvPr id="7" name="TextBox 6"/>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Word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56515A"/>
                </a:solidFill>
                <a:latin typeface="Calibri"/>
              </a:defRPr>
            </a:pPr>
            <a:r>
              <a:t>SECOND</a:t>
            </a:r>
            <a:br/>
            <a:r>
              <a:t>READING</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Second Reading Title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1024128"/>
          </a:xfrm>
          <a:prstGeom prst="rect">
            <a:avLst/>
          </a:prstGeom>
          <a:noFill/>
        </p:spPr>
        <p:txBody>
          <a:bodyPr wrap="square" lIns="109728" rIns="109728" tIns="73152" bIns="73152">
            <a:noAutofit/>
          </a:bodyPr>
          <a:lstStyle/>
          <a:p>
            <a:pPr>
              <a:defRPr sz="2800" b="1" i="0">
                <a:solidFill>
                  <a:srgbClr val="56515A"/>
                </a:solidFill>
                <a:latin typeface="Calibri"/>
              </a:defRPr>
            </a:pPr>
            <a:r>
              <a:t>Liturgy of the Word</a:t>
            </a:r>
          </a:p>
          <a:p>
            <a:pPr>
              <a:defRPr sz="1600" b="0" i="0">
                <a:solidFill>
                  <a:srgbClr val="5F5D68"/>
                </a:solidFill>
                <a:latin typeface="Calibri"/>
              </a:defRPr>
            </a:pPr>
            <a:r>
              <a:t>Second Reading (1 Peter 3:15-18)</a:t>
            </a:r>
          </a:p>
        </p:txBody>
      </p:sp>
      <p:sp>
        <p:nvSpPr>
          <p:cNvPr id="5" name="TextBox 4"/>
          <p:cNvSpPr txBox="1"/>
          <p:nvPr/>
        </p:nvSpPr>
        <p:spPr>
          <a:xfrm>
            <a:off x="685800" y="2496312"/>
            <a:ext cx="16916400" cy="438912"/>
          </a:xfrm>
          <a:prstGeom prst="rect">
            <a:avLst/>
          </a:prstGeom>
          <a:noFill/>
        </p:spPr>
        <p:txBody>
          <a:bodyPr wrap="square" lIns="109728" rIns="109728" tIns="73152" bIns="73152">
            <a:noAutofit/>
          </a:bodyPr>
          <a:lstStyle/>
          <a:p>
            <a:pPr>
              <a:defRPr sz="1400" b="0" i="0">
                <a:solidFill>
                  <a:srgbClr val="5F5D68"/>
                </a:solidFill>
                <a:latin typeface="Calibri"/>
              </a:defRPr>
            </a:pPr>
            <a:r>
              <a:t>1 Peter 3:15-18</a:t>
            </a:r>
          </a:p>
        </p:txBody>
      </p:sp>
      <p:sp>
        <p:nvSpPr>
          <p:cNvPr id="6" name="TextBox 5"/>
          <p:cNvSpPr txBox="1"/>
          <p:nvPr/>
        </p:nvSpPr>
        <p:spPr>
          <a:xfrm>
            <a:off x="685800" y="3044952"/>
            <a:ext cx="16916400" cy="6327648"/>
          </a:xfrm>
          <a:prstGeom prst="rect">
            <a:avLst/>
          </a:prstGeom>
          <a:noFill/>
        </p:spPr>
        <p:txBody>
          <a:bodyPr wrap="square" lIns="109728" rIns="109728" tIns="73152" bIns="73152">
            <a:noAutofit/>
          </a:bodyPr>
          <a:lstStyle/>
          <a:p>
            <a:pPr>
              <a:spcAft>
                <a:spcPts val="500"/>
              </a:spcAft>
              <a:defRPr sz="1900" b="0" i="0">
                <a:solidFill>
                  <a:srgbClr val="1A1A1E"/>
                </a:solidFill>
                <a:latin typeface="Calibri"/>
              </a:defRPr>
            </a:pPr>
            <a:r>
              <a:t>Full text was not loaded from bible.usccb.org. Open today’s readings for this date and paste if needed.</a:t>
            </a:r>
          </a:p>
        </p:txBody>
      </p:sp>
      <p:sp>
        <p:nvSpPr>
          <p:cNvPr id="7" name="TextBox 6"/>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Word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1A1A1E"/>
                </a:solidFill>
                <a:latin typeface="Calibri"/>
              </a:defRPr>
            </a:pPr>
            <a:r>
              <a:t>ALLELUIA! ALLELUIA! ALLELUIA! ALLELUIA!</a:t>
            </a:r>
          </a:p>
          <a:p>
            <a:pPr>
              <a:spcAft>
                <a:spcPts val="500"/>
              </a:spcAft>
              <a:defRPr sz="1500" b="0" i="1">
                <a:solidFill>
                  <a:srgbClr val="56515A"/>
                </a:solidFill>
                <a:latin typeface="Calibri"/>
              </a:defRPr>
            </a:pPr>
            <a:r>
              <a:t>Sing the verse of the Gospel Acclamation given in the Lectionary for this Mass in full, not shortened.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Gospel Acclamation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56515A"/>
                </a:solidFill>
                <a:latin typeface="Calibri"/>
              </a:defRPr>
            </a:pPr>
            <a:r>
              <a:t>If a commentator announces the verse before the Gospel Acclamation, the verse from the Lectionary is spoken in full, and then the assembly sings the Alleluia and response without abbreviation.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Gospel Acclamation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The Lord be with you.</a:t>
            </a:r>
          </a:p>
          <a:p>
            <a:pPr>
              <a:spcAft>
                <a:spcPts val="500"/>
              </a:spcAft>
              <a:defRPr sz="2000" b="1" i="0">
                <a:solidFill>
                  <a:srgbClr val="1A1A1E"/>
                </a:solidFill>
                <a:latin typeface="Calibri"/>
              </a:defRPr>
            </a:pPr>
            <a:r>
              <a:t>And with your spirit.</a:t>
            </a:r>
          </a:p>
          <a:p>
            <a:pPr>
              <a:spcAft>
                <a:spcPts val="500"/>
              </a:spcAft>
              <a:defRPr sz="1500" b="0" i="1">
                <a:solidFill>
                  <a:srgbClr val="56515A"/>
                </a:solidFill>
                <a:latin typeface="Calibri"/>
              </a:defRPr>
            </a:pPr>
            <a:r>
              <a:t>The Priest says the full introductory dialogue from the Roman Missal, using the complete sentence from the Lectionary for this Mass, beginning “A reading from the holy Gospel according to [name the evangelist or book in full, as printed in the Lectionary—never abbreviated].”</a:t>
            </a:r>
          </a:p>
          <a:p>
            <a:pPr>
              <a:spcAft>
                <a:spcPts val="500"/>
              </a:spcAft>
              <a:defRPr sz="2000" b="1" i="0">
                <a:solidFill>
                  <a:srgbClr val="1A1A1E"/>
                </a:solidFill>
                <a:latin typeface="Calibri"/>
              </a:defRPr>
            </a:pPr>
            <a:r>
              <a:t>Glory to you, O Lord.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Gospel Acclamation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56515A"/>
                </a:solidFill>
                <a:latin typeface="Calibri"/>
              </a:defRPr>
            </a:pPr>
            <a:r>
              <a:t>John 14:15-21</a:t>
            </a:r>
          </a:p>
          <a:p>
            <a:pPr>
              <a:spcAft>
                <a:spcPts val="500"/>
              </a:spcAft>
              <a:defRPr sz="1500" b="0" i="1">
                <a:solidFill>
                  <a:srgbClr val="56515A"/>
                </a:solidFill>
                <a:latin typeface="Calibri"/>
              </a:defRPr>
            </a:pPr>
          </a:p>
          <a:p>
            <a:pPr>
              <a:spcAft>
                <a:spcPts val="500"/>
              </a:spcAft>
              <a:defRPr sz="2000" b="1" i="0">
                <a:solidFill>
                  <a:srgbClr val="1A1A1E"/>
                </a:solidFill>
                <a:latin typeface="Calibri"/>
              </a:defRPr>
            </a:pPr>
            <a:r>
              <a:t>“If you love me, keep my commandments.”</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Gospel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841248"/>
          </a:xfrm>
          <a:prstGeom prst="rect">
            <a:avLst/>
          </a:prstGeom>
          <a:noFill/>
        </p:spPr>
        <p:txBody>
          <a:bodyPr wrap="square" lIns="109728" rIns="109728" tIns="73152" bIns="73152">
            <a:noAutofit/>
          </a:bodyPr>
          <a:lstStyle/>
          <a:p>
            <a:pPr>
              <a:defRPr sz="3000" b="1" i="0">
                <a:solidFill>
                  <a:srgbClr val="56515A"/>
                </a:solidFill>
                <a:latin typeface="Calibri"/>
              </a:defRPr>
            </a:pPr>
            <a:r>
              <a:t>Gospel</a:t>
            </a:r>
          </a:p>
        </p:txBody>
      </p:sp>
      <p:sp>
        <p:nvSpPr>
          <p:cNvPr id="5" name="TextBox 4"/>
          <p:cNvSpPr txBox="1"/>
          <p:nvPr/>
        </p:nvSpPr>
        <p:spPr>
          <a:xfrm>
            <a:off x="685800" y="2313432"/>
            <a:ext cx="16916400" cy="438912"/>
          </a:xfrm>
          <a:prstGeom prst="rect">
            <a:avLst/>
          </a:prstGeom>
          <a:noFill/>
        </p:spPr>
        <p:txBody>
          <a:bodyPr wrap="square" lIns="109728" rIns="109728" tIns="73152" bIns="73152">
            <a:noAutofit/>
          </a:bodyPr>
          <a:lstStyle/>
          <a:p>
            <a:pPr>
              <a:defRPr sz="1400" b="0" i="0">
                <a:solidFill>
                  <a:srgbClr val="5F5D68"/>
                </a:solidFill>
                <a:latin typeface="Calibri"/>
              </a:defRPr>
            </a:pPr>
            <a:r>
              <a:t>John 14:15-21</a:t>
            </a:r>
          </a:p>
        </p:txBody>
      </p:sp>
      <p:sp>
        <p:nvSpPr>
          <p:cNvPr id="6" name="TextBox 5"/>
          <p:cNvSpPr txBox="1"/>
          <p:nvPr/>
        </p:nvSpPr>
        <p:spPr>
          <a:xfrm>
            <a:off x="685800" y="2862072"/>
            <a:ext cx="16916400" cy="6510528"/>
          </a:xfrm>
          <a:prstGeom prst="rect">
            <a:avLst/>
          </a:prstGeom>
          <a:noFill/>
        </p:spPr>
        <p:txBody>
          <a:bodyPr wrap="square" lIns="109728" rIns="109728" tIns="73152" bIns="73152">
            <a:noAutofit/>
          </a:bodyPr>
          <a:lstStyle/>
          <a:p>
            <a:pPr>
              <a:spcAft>
                <a:spcPts val="500"/>
              </a:spcAft>
              <a:defRPr sz="1900" b="0" i="0">
                <a:solidFill>
                  <a:srgbClr val="1A1A1E"/>
                </a:solidFill>
                <a:latin typeface="Calibri"/>
              </a:defRPr>
            </a:pPr>
            <a:r>
              <a:t>If you love me, keep my commandments. I will pray to the Father, and he will give you another Counselor, that he may be with you forever,— the Spirit of truth, whom the world can’t receive; for it doesn’t see him, neither knows him. You know him, for he lives with you, and will be in you. I will not leave you orphans. I will come to you. Yet a little while, and the world will see me no more; but you will see me. Because I live, you will live also. In that day you will know that I am in my Father, and you in me, and I in you. One who has my commandments, and keeps them, that person is one who loves me. One who loves me will be loved by my Father, and I will love him, and will reveal myself to him.”</a:t>
            </a:r>
          </a:p>
        </p:txBody>
      </p:sp>
      <p:sp>
        <p:nvSpPr>
          <p:cNvPr id="7" name="TextBox 6"/>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Gospel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The Gospel of the Lord.</a:t>
            </a:r>
          </a:p>
          <a:p>
            <a:pPr>
              <a:spcAft>
                <a:spcPts val="500"/>
              </a:spcAft>
              <a:defRPr sz="2000" b="1" i="0">
                <a:solidFill>
                  <a:srgbClr val="1A1A1E"/>
                </a:solidFill>
                <a:latin typeface="Calibri"/>
              </a:defRPr>
            </a:pPr>
            <a:r>
              <a:t>Praise to you, Lord Jesus Christ.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Gospel Acclamation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56515A"/>
                </a:solidFill>
                <a:latin typeface="Calibri"/>
              </a:defRPr>
            </a:pPr>
            <a:r>
              <a:t>Time for the homily — Father will now preach.</a:t>
            </a:r>
          </a:p>
          <a:p>
            <a:pPr>
              <a:spcAft>
                <a:spcPts val="500"/>
              </a:spcAft>
              <a:defRPr sz="1500" b="0" i="1">
                <a:solidFill>
                  <a:srgbClr val="56515A"/>
                </a:solidFill>
                <a:latin typeface="Calibri"/>
              </a:defRPr>
            </a:pPr>
            <a:r>
              <a:t>Commentator may introduce the theme.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Homily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56515A"/>
                </a:solidFill>
                <a:latin typeface="Calibri"/>
              </a:defRPr>
            </a:pPr>
            <a:r>
              <a:t>MASS CELEBRANT:</a:t>
            </a:r>
          </a:p>
          <a:p>
            <a:pPr>
              <a:spcAft>
                <a:spcPts val="300"/>
              </a:spcAft>
              <a:defRPr sz="2100" b="0" i="0">
                <a:solidFill>
                  <a:srgbClr val="1A1A1E"/>
                </a:solidFill>
                <a:latin typeface="Calibri"/>
              </a:defRPr>
            </a:pPr>
            <a:r>
              <a:t>Fr X</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Gwangju</a:t>
            </a:r>
            <a:br/>
            <a:r>
              <a:t>Catholic</a:t>
            </a:r>
            <a:br/>
            <a:r>
              <a:t>Church</a:t>
            </a:r>
            <a:br/>
            <a:r>
              <a:t>Community</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Gospel (John 14:15-21)</a:t>
            </a:r>
          </a:p>
          <a:p>
            <a:pPr>
              <a:spcAft>
                <a:spcPts val="300"/>
              </a:spcAft>
              <a:defRPr sz="2100" b="0" i="0">
                <a:solidFill>
                  <a:srgbClr val="1A1A1E"/>
                </a:solidFill>
                <a:latin typeface="Calibri"/>
              </a:defRPr>
            </a:pPr>
            <a:r>
              <a:t>“If you love me, keep my commandments.”</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YEAR A</a:t>
            </a:r>
          </a:p>
          <a:p>
            <a:pPr>
              <a:spcAft>
                <a:spcPts val="300"/>
              </a:spcAft>
              <a:defRPr sz="2100" b="0" i="0">
                <a:solidFill>
                  <a:srgbClr val="1A1A1E"/>
                </a:solidFill>
                <a:latin typeface="Calibri"/>
              </a:defRPr>
            </a:pPr>
            <a:r>
              <a:t>2026-05-10 · Eastertide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Mass poster / divider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1A1A1E"/>
                </a:solidFill>
                <a:latin typeface="Calibri"/>
              </a:defRPr>
            </a:pPr>
            <a:r>
              <a:t>I believe in one God,</a:t>
            </a:r>
          </a:p>
          <a:p>
            <a:pPr>
              <a:spcAft>
                <a:spcPts val="500"/>
              </a:spcAft>
              <a:defRPr sz="1900" b="0" i="0">
                <a:solidFill>
                  <a:srgbClr val="1A1A1E"/>
                </a:solidFill>
                <a:latin typeface="Calibri"/>
              </a:defRPr>
            </a:pPr>
            <a:r>
              <a:t>the Father almighty,</a:t>
            </a:r>
          </a:p>
          <a:p>
            <a:pPr>
              <a:spcAft>
                <a:spcPts val="500"/>
              </a:spcAft>
              <a:defRPr sz="1900" b="0" i="0">
                <a:solidFill>
                  <a:srgbClr val="1A1A1E"/>
                </a:solidFill>
                <a:latin typeface="Calibri"/>
              </a:defRPr>
            </a:pPr>
            <a:r>
              <a:t>maker of heaven and earth,</a:t>
            </a:r>
          </a:p>
          <a:p>
            <a:pPr>
              <a:spcAft>
                <a:spcPts val="500"/>
              </a:spcAft>
              <a:defRPr sz="1900" b="0" i="0">
                <a:solidFill>
                  <a:srgbClr val="1A1A1E"/>
                </a:solidFill>
                <a:latin typeface="Calibri"/>
              </a:defRPr>
            </a:pPr>
            <a:r>
              <a:t>of all things visible and invisible.</a:t>
            </a:r>
          </a:p>
          <a:p>
            <a:pPr>
              <a:spcAft>
                <a:spcPts val="500"/>
              </a:spcAft>
              <a:defRPr sz="1900" b="0" i="0">
                <a:solidFill>
                  <a:srgbClr val="1A1A1E"/>
                </a:solidFill>
                <a:latin typeface="Calibri"/>
              </a:defRPr>
            </a:pPr>
            <a:r>
              <a:t>I believe in one Lord Jesus Christ,</a:t>
            </a:r>
          </a:p>
          <a:p>
            <a:pPr>
              <a:spcAft>
                <a:spcPts val="500"/>
              </a:spcAft>
              <a:defRPr sz="1900" b="0" i="0">
                <a:solidFill>
                  <a:srgbClr val="1A1A1E"/>
                </a:solidFill>
                <a:latin typeface="Calibri"/>
              </a:defRPr>
            </a:pPr>
            <a:r>
              <a:t>the Only Begotten Son of God,</a:t>
            </a:r>
          </a:p>
          <a:p>
            <a:pPr>
              <a:spcAft>
                <a:spcPts val="500"/>
              </a:spcAft>
              <a:defRPr sz="1900" b="0" i="0">
                <a:solidFill>
                  <a:srgbClr val="1A1A1E"/>
                </a:solidFill>
                <a:latin typeface="Calibri"/>
              </a:defRPr>
            </a:pPr>
            <a:r>
              <a:t>born of the Father before all ages.</a:t>
            </a:r>
          </a:p>
          <a:p>
            <a:pPr>
              <a:spcAft>
                <a:spcPts val="500"/>
              </a:spcAft>
              <a:defRPr sz="1900" b="0" i="0">
                <a:solidFill>
                  <a:srgbClr val="1A1A1E"/>
                </a:solidFill>
                <a:latin typeface="Calibri"/>
              </a:defRPr>
            </a:pPr>
            <a:r>
              <a:t>God from God, Light from Light,</a:t>
            </a:r>
          </a:p>
          <a:p>
            <a:pPr>
              <a:spcAft>
                <a:spcPts val="500"/>
              </a:spcAft>
              <a:defRPr sz="1900" b="0" i="0">
                <a:solidFill>
                  <a:srgbClr val="1A1A1E"/>
                </a:solidFill>
                <a:latin typeface="Calibri"/>
              </a:defRPr>
            </a:pPr>
            <a:r>
              <a:t>true God from true God,</a:t>
            </a:r>
          </a:p>
          <a:p>
            <a:pPr>
              <a:spcAft>
                <a:spcPts val="500"/>
              </a:spcAft>
              <a:defRPr sz="1900" b="0" i="0">
                <a:solidFill>
                  <a:srgbClr val="1A1A1E"/>
                </a:solidFill>
                <a:latin typeface="Calibri"/>
              </a:defRPr>
            </a:pPr>
            <a:r>
              <a:t>begotten, not made, consubstantial with the Father;</a:t>
            </a:r>
          </a:p>
          <a:p>
            <a:pPr>
              <a:spcAft>
                <a:spcPts val="500"/>
              </a:spcAft>
              <a:defRPr sz="1900" b="0" i="0">
                <a:solidFill>
                  <a:srgbClr val="1A1A1E"/>
                </a:solidFill>
                <a:latin typeface="Calibri"/>
              </a:defRPr>
            </a:pPr>
            <a:r>
              <a:t>through him all things were made.</a:t>
            </a:r>
          </a:p>
          <a:p>
            <a:pPr>
              <a:spcAft>
                <a:spcPts val="500"/>
              </a:spcAft>
              <a:defRPr sz="1900" b="0" i="0">
                <a:solidFill>
                  <a:srgbClr val="1A1A1E"/>
                </a:solidFill>
                <a:latin typeface="Calibri"/>
              </a:defRPr>
            </a:pPr>
            <a:r>
              <a:t>For us men and for our salvation</a:t>
            </a:r>
          </a:p>
          <a:p>
            <a:pPr>
              <a:spcAft>
                <a:spcPts val="500"/>
              </a:spcAft>
              <a:defRPr sz="1900" b="0" i="0">
                <a:solidFill>
                  <a:srgbClr val="1A1A1E"/>
                </a:solidFill>
                <a:latin typeface="Calibri"/>
              </a:defRPr>
            </a:pPr>
            <a:r>
              <a:t>he came down from heaven,</a:t>
            </a:r>
          </a:p>
          <a:p>
            <a:pPr>
              <a:spcAft>
                <a:spcPts val="500"/>
              </a:spcAft>
              <a:defRPr sz="1900" b="0" i="0">
                <a:solidFill>
                  <a:srgbClr val="1A1A1E"/>
                </a:solidFill>
                <a:latin typeface="Calibri"/>
              </a:defRPr>
            </a:pPr>
            <a:r>
              <a:t>and by the Holy Spirit was incarnate of the Virgin Mary,</a:t>
            </a:r>
          </a:p>
          <a:p>
            <a:pPr>
              <a:spcAft>
                <a:spcPts val="500"/>
              </a:spcAft>
              <a:defRPr sz="1900" b="0" i="0">
                <a:solidFill>
                  <a:srgbClr val="1A1A1E"/>
                </a:solidFill>
                <a:latin typeface="Calibri"/>
              </a:defRPr>
            </a:pPr>
            <a:r>
              <a:t>and became man.</a:t>
            </a:r>
          </a:p>
          <a:p>
            <a:pPr>
              <a:spcAft>
                <a:spcPts val="500"/>
              </a:spcAft>
              <a:defRPr sz="1900" b="0" i="0">
                <a:solidFill>
                  <a:srgbClr val="1A1A1E"/>
                </a:solidFill>
                <a:latin typeface="Calibri"/>
              </a:defRPr>
            </a:pPr>
            <a:r>
              <a:t>For our sake he was crucified under Pontius Pilate,</a:t>
            </a:r>
          </a:p>
          <a:p>
            <a:pPr>
              <a:spcAft>
                <a:spcPts val="500"/>
              </a:spcAft>
              <a:defRPr sz="1900" b="0" i="0">
                <a:solidFill>
                  <a:srgbClr val="1A1A1E"/>
                </a:solidFill>
                <a:latin typeface="Calibri"/>
              </a:defRPr>
            </a:pPr>
            <a:r>
              <a:t>he suffered death and was buried,</a:t>
            </a:r>
          </a:p>
          <a:p>
            <a:pPr>
              <a:spcAft>
                <a:spcPts val="500"/>
              </a:spcAft>
              <a:defRPr sz="1900" b="0" i="0">
                <a:solidFill>
                  <a:srgbClr val="1A1A1E"/>
                </a:solidFill>
                <a:latin typeface="Calibri"/>
              </a:defRPr>
            </a:pPr>
            <a:r>
              <a:t>and rose again on the third day</a:t>
            </a:r>
          </a:p>
          <a:p>
            <a:pPr>
              <a:spcAft>
                <a:spcPts val="500"/>
              </a:spcAft>
              <a:defRPr sz="1900" b="0" i="0">
                <a:solidFill>
                  <a:srgbClr val="1A1A1E"/>
                </a:solidFill>
                <a:latin typeface="Calibri"/>
              </a:defRPr>
            </a:pPr>
            <a:r>
              <a:t>in accordance with the Scriptures.</a:t>
            </a:r>
          </a:p>
          <a:p>
            <a:pPr>
              <a:spcAft>
                <a:spcPts val="500"/>
              </a:spcAft>
              <a:defRPr sz="1900" b="0" i="0">
                <a:solidFill>
                  <a:srgbClr val="1A1A1E"/>
                </a:solidFill>
                <a:latin typeface="Calibri"/>
              </a:defRPr>
            </a:pPr>
            <a:r>
              <a:t>He ascended into heaven</a:t>
            </a:r>
          </a:p>
          <a:p>
            <a:pPr>
              <a:spcAft>
                <a:spcPts val="500"/>
              </a:spcAft>
              <a:defRPr sz="1900" b="0" i="0">
                <a:solidFill>
                  <a:srgbClr val="1A1A1E"/>
                </a:solidFill>
                <a:latin typeface="Calibri"/>
              </a:defRPr>
            </a:pPr>
            <a:r>
              <a:t>and is seated at the right hand of the Father.</a:t>
            </a:r>
          </a:p>
          <a:p>
            <a:pPr>
              <a:spcAft>
                <a:spcPts val="500"/>
              </a:spcAft>
              <a:defRPr sz="1900" b="0" i="0">
                <a:solidFill>
                  <a:srgbClr val="1A1A1E"/>
                </a:solidFill>
                <a:latin typeface="Calibri"/>
              </a:defRPr>
            </a:pPr>
            <a:r>
              <a:t>He will come again in glory</a:t>
            </a:r>
          </a:p>
          <a:p>
            <a:pPr>
              <a:spcAft>
                <a:spcPts val="500"/>
              </a:spcAft>
              <a:defRPr sz="1900" b="0" i="0">
                <a:solidFill>
                  <a:srgbClr val="1A1A1E"/>
                </a:solidFill>
                <a:latin typeface="Calibri"/>
              </a:defRPr>
            </a:pPr>
            <a:r>
              <a:t>to judge the living and the dead</a:t>
            </a:r>
          </a:p>
          <a:p>
            <a:pPr>
              <a:spcAft>
                <a:spcPts val="500"/>
              </a:spcAft>
              <a:defRPr sz="1900" b="0" i="0">
                <a:solidFill>
                  <a:srgbClr val="1A1A1E"/>
                </a:solidFill>
                <a:latin typeface="Calibri"/>
              </a:defRPr>
            </a:pPr>
            <a:r>
              <a:t>and his kingdom will have no end.</a:t>
            </a:r>
          </a:p>
          <a:p>
            <a:pPr>
              <a:spcAft>
                <a:spcPts val="500"/>
              </a:spcAft>
              <a:defRPr sz="1900" b="0" i="0">
                <a:solidFill>
                  <a:srgbClr val="1A1A1E"/>
                </a:solidFill>
                <a:latin typeface="Calibri"/>
              </a:defRPr>
            </a:pPr>
            <a:r>
              <a:t>I believe in the Holy Spirit, the Lord, the giver of life,</a:t>
            </a:r>
          </a:p>
          <a:p>
            <a:pPr>
              <a:spcAft>
                <a:spcPts val="500"/>
              </a:spcAft>
              <a:defRPr sz="1900" b="0" i="0">
                <a:solidFill>
                  <a:srgbClr val="1A1A1E"/>
                </a:solidFill>
                <a:latin typeface="Calibri"/>
              </a:defRPr>
            </a:pPr>
            <a:r>
              <a:t>who proceeds from the Father and the Son,</a:t>
            </a:r>
          </a:p>
          <a:p>
            <a:pPr>
              <a:spcAft>
                <a:spcPts val="500"/>
              </a:spcAft>
              <a:defRPr sz="1900" b="0" i="0">
                <a:solidFill>
                  <a:srgbClr val="1A1A1E"/>
                </a:solidFill>
                <a:latin typeface="Calibri"/>
              </a:defRPr>
            </a:pPr>
            <a:r>
              <a:t>who with the Father and the Son is adored and glorified,</a:t>
            </a:r>
          </a:p>
          <a:p>
            <a:pPr>
              <a:spcAft>
                <a:spcPts val="500"/>
              </a:spcAft>
              <a:defRPr sz="1900" b="0" i="0">
                <a:solidFill>
                  <a:srgbClr val="1A1A1E"/>
                </a:solidFill>
                <a:latin typeface="Calibri"/>
              </a:defRPr>
            </a:pPr>
            <a:r>
              <a:t>who has spoken through the prophets.</a:t>
            </a:r>
          </a:p>
          <a:p>
            <a:pPr>
              <a:spcAft>
                <a:spcPts val="500"/>
              </a:spcAft>
              <a:defRPr sz="1900" b="0" i="0">
                <a:solidFill>
                  <a:srgbClr val="1A1A1E"/>
                </a:solidFill>
                <a:latin typeface="Calibri"/>
              </a:defRPr>
            </a:pPr>
            <a:r>
              <a:t>I believe in one, holy, catholic and apostolic Church.</a:t>
            </a:r>
          </a:p>
          <a:p>
            <a:pPr>
              <a:spcAft>
                <a:spcPts val="500"/>
              </a:spcAft>
              <a:defRPr sz="1900" b="0" i="0">
                <a:solidFill>
                  <a:srgbClr val="1A1A1E"/>
                </a:solidFill>
                <a:latin typeface="Calibri"/>
              </a:defRPr>
            </a:pPr>
            <a:r>
              <a:t>I confess one Baptism for the forgiveness of sins</a:t>
            </a:r>
          </a:p>
          <a:p>
            <a:pPr>
              <a:spcAft>
                <a:spcPts val="500"/>
              </a:spcAft>
              <a:defRPr sz="1900" b="0" i="0">
                <a:solidFill>
                  <a:srgbClr val="1A1A1E"/>
                </a:solidFill>
                <a:latin typeface="Calibri"/>
              </a:defRPr>
            </a:pPr>
            <a:r>
              <a:t>and I look forward to the resurrection of the dead</a:t>
            </a:r>
          </a:p>
          <a:p>
            <a:pPr>
              <a:spcAft>
                <a:spcPts val="500"/>
              </a:spcAft>
              <a:defRPr sz="1900" b="0" i="0">
                <a:solidFill>
                  <a:srgbClr val="1A1A1E"/>
                </a:solidFill>
                <a:latin typeface="Calibri"/>
              </a:defRPr>
            </a:pPr>
            <a:r>
              <a:t>and the life of the world to come. Amen.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Nicene Creed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56515A"/>
                </a:solidFill>
                <a:latin typeface="Calibri"/>
              </a:defRPr>
            </a:pPr>
            <a:r>
              <a:t>MASS CELEBRANT:</a:t>
            </a:r>
          </a:p>
          <a:p>
            <a:pPr>
              <a:spcAft>
                <a:spcPts val="300"/>
              </a:spcAft>
              <a:defRPr sz="2100" b="0" i="0">
                <a:solidFill>
                  <a:srgbClr val="1A1A1E"/>
                </a:solidFill>
                <a:latin typeface="Calibri"/>
              </a:defRPr>
            </a:pPr>
            <a:r>
              <a:t>Fr X</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Gwangju</a:t>
            </a:r>
            <a:br/>
            <a:r>
              <a:t>Catholic</a:t>
            </a:r>
            <a:br/>
            <a:r>
              <a:t>Church</a:t>
            </a:r>
            <a:br/>
            <a:r>
              <a:t>Community</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Gospel (John 14:15-21)</a:t>
            </a:r>
          </a:p>
          <a:p>
            <a:pPr>
              <a:spcAft>
                <a:spcPts val="300"/>
              </a:spcAft>
              <a:defRPr sz="2100" b="0" i="0">
                <a:solidFill>
                  <a:srgbClr val="1A1A1E"/>
                </a:solidFill>
                <a:latin typeface="Calibri"/>
              </a:defRPr>
            </a:pPr>
            <a:r>
              <a:t>“If you love me, keep my commandments.”</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YEAR A</a:t>
            </a:r>
          </a:p>
          <a:p>
            <a:pPr>
              <a:spcAft>
                <a:spcPts val="300"/>
              </a:spcAft>
              <a:defRPr sz="2100" b="0" i="0">
                <a:solidFill>
                  <a:srgbClr val="1A1A1E"/>
                </a:solidFill>
                <a:latin typeface="Calibri"/>
              </a:defRPr>
            </a:pPr>
            <a:r>
              <a:t>2026-05-10 · Eastertide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Mass poster / divider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56515A"/>
                </a:solidFill>
                <a:latin typeface="Calibri"/>
              </a:defRPr>
            </a:pPr>
            <a:r>
              <a:t>The Universal Prayer is led so that each petition is spoken in full and each response by the people is sung or said in full (for example, “Lord, hear our prayer”), never abbreviated.</a:t>
            </a:r>
          </a:p>
          <a:p>
            <a:pPr>
              <a:spcAft>
                <a:spcPts val="500"/>
              </a:spcAft>
              <a:defRPr sz="2000" b="1" i="0">
                <a:solidFill>
                  <a:srgbClr val="56515A"/>
                </a:solidFill>
                <a:latin typeface="Calibri"/>
              </a:defRPr>
            </a:pPr>
            <a:r>
              <a:t>For the holy Church of God throughout the world, that the Lord may guard her and grant her peace and unity according to his will: let us pray to the Lord.</a:t>
            </a:r>
          </a:p>
          <a:p>
            <a:pPr>
              <a:spcAft>
                <a:spcPts val="500"/>
              </a:spcAft>
              <a:defRPr sz="2000" b="1" i="0">
                <a:solidFill>
                  <a:srgbClr val="1A1A1E"/>
                </a:solidFill>
                <a:latin typeface="Calibri"/>
              </a:defRPr>
            </a:pPr>
            <a:r>
              <a:t>Lord, hear our prayer.</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Prayer of the Faithful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The Priest concludes the Prayer of the Faithful with a prayer in full, for example:</a:t>
            </a:r>
          </a:p>
          <a:p>
            <a:pPr>
              <a:spcAft>
                <a:spcPts val="500"/>
              </a:spcAft>
              <a:defRPr sz="2000" b="1" i="0">
                <a:solidFill>
                  <a:srgbClr val="56515A"/>
                </a:solidFill>
                <a:latin typeface="Calibri"/>
              </a:defRPr>
            </a:pPr>
            <a:r>
              <a:t>Heavenly Father, hear the prayers of the Church, which we make through Christ our Lord.</a:t>
            </a:r>
          </a:p>
          <a:p>
            <a:pPr>
              <a:spcAft>
                <a:spcPts val="500"/>
              </a:spcAft>
              <a:defRPr sz="2000" b="1" i="0">
                <a:solidFill>
                  <a:srgbClr val="1A1A1E"/>
                </a:solidFill>
                <a:latin typeface="Calibri"/>
              </a:defRPr>
            </a:pPr>
            <a:r>
              <a:t>Amen.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Prayer of the Faithful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56515A"/>
                </a:solidFill>
                <a:latin typeface="Calibri"/>
              </a:defRPr>
            </a:pPr>
            <a:r>
              <a:t>MASS CELEBRANT:</a:t>
            </a:r>
          </a:p>
          <a:p>
            <a:pPr>
              <a:spcAft>
                <a:spcPts val="300"/>
              </a:spcAft>
              <a:defRPr sz="2100" b="0" i="0">
                <a:solidFill>
                  <a:srgbClr val="1A1A1E"/>
                </a:solidFill>
                <a:latin typeface="Calibri"/>
              </a:defRPr>
            </a:pPr>
            <a:r>
              <a:t>Fr X</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Gwangju</a:t>
            </a:r>
            <a:br/>
            <a:r>
              <a:t>Catholic</a:t>
            </a:r>
            <a:br/>
            <a:r>
              <a:t>Church</a:t>
            </a:r>
            <a:br/>
            <a:r>
              <a:t>Community</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Gospel (John 14:15-21)</a:t>
            </a:r>
          </a:p>
          <a:p>
            <a:pPr>
              <a:spcAft>
                <a:spcPts val="300"/>
              </a:spcAft>
              <a:defRPr sz="2100" b="0" i="0">
                <a:solidFill>
                  <a:srgbClr val="1A1A1E"/>
                </a:solidFill>
                <a:latin typeface="Calibri"/>
              </a:defRPr>
            </a:pPr>
            <a:r>
              <a:t>“If you love me, keep my commandments.”</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YEAR A</a:t>
            </a:r>
          </a:p>
          <a:p>
            <a:pPr>
              <a:spcAft>
                <a:spcPts val="300"/>
              </a:spcAft>
              <a:defRPr sz="2100" b="0" i="0">
                <a:solidFill>
                  <a:srgbClr val="1A1A1E"/>
                </a:solidFill>
                <a:latin typeface="Calibri"/>
              </a:defRPr>
            </a:pPr>
            <a:r>
              <a:t>2026-05-10 · Eastertide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Mass poster / divider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I Am the Bread of Life</a:t>
            </a:r>
          </a:p>
        </p:txBody>
      </p:sp>
      <p:sp>
        <p:nvSpPr>
          <p:cNvPr id="5" name="TextBox 4"/>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I AM THE BREAD OF LIFE;</a:t>
            </a:r>
          </a:p>
          <a:p>
            <a:pPr algn="ctr">
              <a:lnSpc>
                <a:spcPct val="105000"/>
              </a:lnSpc>
              <a:spcAft>
                <a:spcPts val="1000"/>
              </a:spcAft>
              <a:defRPr sz="3800" b="1" i="0">
                <a:solidFill>
                  <a:srgbClr val="FFFFFF"/>
                </a:solidFill>
                <a:latin typeface="Arial Black"/>
              </a:defRPr>
            </a:pPr>
            <a:r>
              <a:t>ALL WHO COME TO ME SHALL NOT HUNGER,</a:t>
            </a:r>
          </a:p>
          <a:p>
            <a:pPr algn="ctr">
              <a:lnSpc>
                <a:spcPct val="105000"/>
              </a:lnSpc>
              <a:spcAft>
                <a:spcPts val="1000"/>
              </a:spcAft>
              <a:defRPr sz="3800" b="1" i="0">
                <a:solidFill>
                  <a:srgbClr val="FFFFFF"/>
                </a:solidFill>
                <a:latin typeface="Arial Black"/>
              </a:defRPr>
            </a:pPr>
            <a:r>
              <a:t>AND WHO BELIEVE IN ME SHALL NOT THIRST.</a:t>
            </a:r>
          </a:p>
          <a:p>
            <a:pPr algn="ctr">
              <a:lnSpc>
                <a:spcPct val="105000"/>
              </a:lnSpc>
              <a:spcAft>
                <a:spcPts val="1000"/>
              </a:spcAft>
              <a:defRPr sz="3800" b="1" i="0">
                <a:solidFill>
                  <a:srgbClr val="FFFFFF"/>
                </a:solidFill>
                <a:latin typeface="Arial Black"/>
              </a:defRPr>
            </a:pPr>
            <a:r>
              <a:t>NO ONE CAN COME TO ME UNLESS</a:t>
            </a:r>
          </a:p>
          <a:p>
            <a:pPr algn="ctr">
              <a:lnSpc>
                <a:spcPct val="105000"/>
              </a:lnSpc>
              <a:spcAft>
                <a:spcPts val="1000"/>
              </a:spcAft>
              <a:defRPr sz="3800" b="1" i="0">
                <a:solidFill>
                  <a:srgbClr val="FFFFFF"/>
                </a:solidFill>
                <a:latin typeface="Arial Black"/>
              </a:defRPr>
            </a:pPr>
            <a:r>
              <a:t>MY FATHER BECKONS.</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Offertory</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AND I WILL RAISE THEM UP,</a:t>
            </a:r>
          </a:p>
          <a:p>
            <a:pPr algn="ctr">
              <a:lnSpc>
                <a:spcPct val="105000"/>
              </a:lnSpc>
              <a:spcAft>
                <a:spcPts val="1000"/>
              </a:spcAft>
              <a:defRPr sz="3800" b="1" i="0">
                <a:solidFill>
                  <a:srgbClr val="FFFFFF"/>
                </a:solidFill>
                <a:latin typeface="Arial Black"/>
              </a:defRPr>
            </a:pPr>
            <a:r>
              <a:t>AND I WILL RAISE THEM UP,</a:t>
            </a:r>
          </a:p>
          <a:p>
            <a:pPr algn="ctr">
              <a:lnSpc>
                <a:spcPct val="105000"/>
              </a:lnSpc>
              <a:spcAft>
                <a:spcPts val="1000"/>
              </a:spcAft>
              <a:defRPr sz="3800" b="1" i="0">
                <a:solidFill>
                  <a:srgbClr val="FFFFFF"/>
                </a:solidFill>
                <a:latin typeface="Arial Black"/>
              </a:defRPr>
            </a:pPr>
            <a:r>
              <a:t>AND I WILL RAISE THEM UP ON THE LAST DAY.</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Offertory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THE BREAD THAT I WILL GIVE</a:t>
            </a:r>
          </a:p>
          <a:p>
            <a:pPr algn="ctr">
              <a:lnSpc>
                <a:spcPct val="105000"/>
              </a:lnSpc>
              <a:spcAft>
                <a:spcPts val="1000"/>
              </a:spcAft>
              <a:defRPr sz="3800" b="1" i="0">
                <a:solidFill>
                  <a:srgbClr val="FFFFFF"/>
                </a:solidFill>
                <a:latin typeface="Arial Black"/>
              </a:defRPr>
            </a:pPr>
            <a:r>
              <a:t>IS MY FLESH FOR THE LIFE OF THE WORLD</a:t>
            </a:r>
          </a:p>
          <a:p>
            <a:pPr algn="ctr">
              <a:lnSpc>
                <a:spcPct val="105000"/>
              </a:lnSpc>
              <a:spcAft>
                <a:spcPts val="1000"/>
              </a:spcAft>
              <a:defRPr sz="3800" b="1" i="0">
                <a:solidFill>
                  <a:srgbClr val="FFFFFF"/>
                </a:solidFill>
                <a:latin typeface="Arial Black"/>
              </a:defRPr>
            </a:pPr>
            <a:r>
              <a:t>AND IF YOU EAT OF THIS BREAD,</a:t>
            </a:r>
          </a:p>
          <a:p>
            <a:pPr algn="ctr">
              <a:lnSpc>
                <a:spcPct val="105000"/>
              </a:lnSpc>
              <a:spcAft>
                <a:spcPts val="1000"/>
              </a:spcAft>
              <a:defRPr sz="3800" b="1" i="0">
                <a:solidFill>
                  <a:srgbClr val="FFFFFF"/>
                </a:solidFill>
                <a:latin typeface="Arial Black"/>
              </a:defRPr>
            </a:pPr>
            <a:r>
              <a:t>YOU SHALL LIVE FOREVER,</a:t>
            </a:r>
          </a:p>
          <a:p>
            <a:pPr algn="ctr">
              <a:lnSpc>
                <a:spcPct val="105000"/>
              </a:lnSpc>
              <a:spcAft>
                <a:spcPts val="1000"/>
              </a:spcAft>
              <a:defRPr sz="3800" b="1" i="0">
                <a:solidFill>
                  <a:srgbClr val="FFFFFF"/>
                </a:solidFill>
                <a:latin typeface="Arial Black"/>
              </a:defRPr>
            </a:pPr>
            <a:r>
              <a:t>YES, LIVE FOREVER.</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Offertory</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UNLESS YOU EAT</a:t>
            </a:r>
          </a:p>
          <a:p>
            <a:pPr algn="ctr">
              <a:lnSpc>
                <a:spcPct val="105000"/>
              </a:lnSpc>
              <a:spcAft>
                <a:spcPts val="1000"/>
              </a:spcAft>
              <a:defRPr sz="3800" b="1" i="0">
                <a:solidFill>
                  <a:srgbClr val="FFFFFF"/>
                </a:solidFill>
                <a:latin typeface="Arial Black"/>
              </a:defRPr>
            </a:pPr>
            <a:r>
              <a:t>OF THE FLESH OF THE SON OF MAN</a:t>
            </a:r>
          </a:p>
          <a:p>
            <a:pPr algn="ctr">
              <a:lnSpc>
                <a:spcPct val="105000"/>
              </a:lnSpc>
              <a:spcAft>
                <a:spcPts val="1000"/>
              </a:spcAft>
              <a:defRPr sz="3800" b="1" i="0">
                <a:solidFill>
                  <a:srgbClr val="FFFFFF"/>
                </a:solidFill>
                <a:latin typeface="Arial Black"/>
              </a:defRPr>
            </a:pPr>
            <a:r>
              <a:t>AND DRINK OF HIS BLOOD,</a:t>
            </a:r>
          </a:p>
          <a:p>
            <a:pPr algn="ctr">
              <a:lnSpc>
                <a:spcPct val="105000"/>
              </a:lnSpc>
              <a:spcAft>
                <a:spcPts val="1000"/>
              </a:spcAft>
              <a:defRPr sz="3800" b="1" i="0">
                <a:solidFill>
                  <a:srgbClr val="FFFFFF"/>
                </a:solidFill>
                <a:latin typeface="Arial Black"/>
              </a:defRPr>
            </a:pPr>
            <a:r>
              <a:t>AND DRINK OF HIS BLOOD,</a:t>
            </a:r>
          </a:p>
          <a:p>
            <a:pPr algn="ctr">
              <a:lnSpc>
                <a:spcPct val="105000"/>
              </a:lnSpc>
              <a:spcAft>
                <a:spcPts val="1000"/>
              </a:spcAft>
              <a:defRPr sz="3800" b="1" i="0">
                <a:solidFill>
                  <a:srgbClr val="FFFFFF"/>
                </a:solidFill>
                <a:latin typeface="Arial Black"/>
              </a:defRPr>
            </a:pPr>
            <a:r>
              <a:t>THERE IS NO LIFE IN YOU,</a:t>
            </a:r>
          </a:p>
          <a:p>
            <a:pPr algn="ctr">
              <a:lnSpc>
                <a:spcPct val="105000"/>
              </a:lnSpc>
              <a:spcAft>
                <a:spcPts val="1000"/>
              </a:spcAft>
              <a:defRPr sz="3800" b="1" i="0">
                <a:solidFill>
                  <a:srgbClr val="FFFFFF"/>
                </a:solidFill>
                <a:latin typeface="Arial Black"/>
              </a:defRPr>
            </a:pPr>
            <a:r>
              <a:t>THERE IS NO LIFE IN YOU.</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Offertory</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AND I WILL RAISE THEM UP,</a:t>
            </a:r>
          </a:p>
          <a:p>
            <a:pPr algn="ctr">
              <a:lnSpc>
                <a:spcPct val="105000"/>
              </a:lnSpc>
              <a:spcAft>
                <a:spcPts val="1000"/>
              </a:spcAft>
              <a:defRPr sz="3800" b="1" i="0">
                <a:solidFill>
                  <a:srgbClr val="FFFFFF"/>
                </a:solidFill>
                <a:latin typeface="Arial Black"/>
              </a:defRPr>
            </a:pPr>
            <a:r>
              <a:t>AND I WILL RAISE THEM UP,</a:t>
            </a:r>
          </a:p>
          <a:p>
            <a:pPr algn="ctr">
              <a:lnSpc>
                <a:spcPct val="105000"/>
              </a:lnSpc>
              <a:spcAft>
                <a:spcPts val="1000"/>
              </a:spcAft>
              <a:defRPr sz="3800" b="1" i="0">
                <a:solidFill>
                  <a:srgbClr val="FFFFFF"/>
                </a:solidFill>
                <a:latin typeface="Arial Black"/>
              </a:defRPr>
            </a:pPr>
            <a:r>
              <a:t>AND I WILL RAISE THEM UP ON THE LAST DAY.</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Offertory</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56515A"/>
                </a:solidFill>
                <a:latin typeface="Calibri"/>
              </a:defRPr>
            </a:pPr>
            <a:r>
              <a:t>LITURGY OF</a:t>
            </a:r>
            <a:br/>
            <a:r>
              <a:t>THE EUCHARIST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Eucharist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Pray, brethren, that my sacrifice and yours may be acceptable to God, the almighty Father.</a:t>
            </a:r>
          </a:p>
          <a:p>
            <a:pPr>
              <a:spcAft>
                <a:spcPts val="500"/>
              </a:spcAft>
              <a:defRPr sz="2000" b="1" i="0">
                <a:solidFill>
                  <a:srgbClr val="1A1A1E"/>
                </a:solidFill>
                <a:latin typeface="Calibri"/>
              </a:defRPr>
            </a:pPr>
            <a:r>
              <a:t>May the Lord accept the sacrifice at your hands, for the praise and glory of his name, for our good and the good of all his holy Church.</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Eucharist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56515A"/>
                </a:solidFill>
                <a:latin typeface="Calibri"/>
              </a:defRPr>
            </a:pPr>
            <a:r>
              <a:t>LITURGY OF</a:t>
            </a:r>
            <a:br/>
            <a:r>
              <a:t>THE EUCHARIST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Eucharist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The Lord be with you.</a:t>
            </a:r>
          </a:p>
          <a:p>
            <a:pPr>
              <a:spcAft>
                <a:spcPts val="500"/>
              </a:spcAft>
              <a:defRPr sz="2000" b="1" i="0">
                <a:solidFill>
                  <a:srgbClr val="1A1A1E"/>
                </a:solidFill>
                <a:latin typeface="Calibri"/>
              </a:defRPr>
            </a:pPr>
            <a:r>
              <a:t>And with your spirit.</a:t>
            </a:r>
          </a:p>
          <a:p>
            <a:pPr>
              <a:spcAft>
                <a:spcPts val="500"/>
              </a:spcAft>
              <a:defRPr sz="2000" b="1" i="0">
                <a:solidFill>
                  <a:srgbClr val="56515A"/>
                </a:solidFill>
                <a:latin typeface="Calibri"/>
              </a:defRPr>
            </a:pPr>
            <a:r>
              <a:t>Lift up your hearts.</a:t>
            </a:r>
          </a:p>
          <a:p>
            <a:pPr>
              <a:spcAft>
                <a:spcPts val="500"/>
              </a:spcAft>
              <a:defRPr sz="2000" b="1" i="0">
                <a:solidFill>
                  <a:srgbClr val="1A1A1E"/>
                </a:solidFill>
                <a:latin typeface="Calibri"/>
              </a:defRPr>
            </a:pPr>
            <a:r>
              <a:t>We lift them up to the Lord.</a:t>
            </a:r>
          </a:p>
          <a:p>
            <a:pPr>
              <a:spcAft>
                <a:spcPts val="500"/>
              </a:spcAft>
              <a:defRPr sz="2000" b="1" i="0">
                <a:solidFill>
                  <a:srgbClr val="56515A"/>
                </a:solidFill>
                <a:latin typeface="Calibri"/>
              </a:defRPr>
            </a:pPr>
            <a:r>
              <a:t>Let us give thanks to the Lord our God.</a:t>
            </a:r>
          </a:p>
          <a:p>
            <a:pPr>
              <a:spcAft>
                <a:spcPts val="500"/>
              </a:spcAft>
              <a:defRPr sz="2000" b="1" i="0">
                <a:solidFill>
                  <a:srgbClr val="1A1A1E"/>
                </a:solidFill>
                <a:latin typeface="Calibri"/>
              </a:defRPr>
            </a:pPr>
            <a:r>
              <a:t>It is right and just.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Eucharist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56515A"/>
                </a:solidFill>
                <a:latin typeface="Calibri"/>
              </a:defRPr>
            </a:pPr>
            <a:r>
              <a:t>The Priest continues with the Preface of the day from the Roman Missal — the entire Preface proper for this Mass, not truncated — until the point where the people join in singing or saying the Holy, Holy (Sanctus).</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Eucharist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1A1A1E"/>
                </a:solidFill>
                <a:latin typeface="Calibri"/>
              </a:defRPr>
            </a:pPr>
            <a:r>
              <a:t>Holy, Holy, Holy Lord God of hosts.</a:t>
            </a:r>
          </a:p>
          <a:p>
            <a:pPr>
              <a:spcAft>
                <a:spcPts val="500"/>
              </a:spcAft>
              <a:defRPr sz="1900" b="0" i="0">
                <a:solidFill>
                  <a:srgbClr val="1A1A1E"/>
                </a:solidFill>
                <a:latin typeface="Calibri"/>
              </a:defRPr>
            </a:pPr>
            <a:r>
              <a:t>Heaven and earth are full of your glory.</a:t>
            </a:r>
          </a:p>
          <a:p>
            <a:pPr>
              <a:spcAft>
                <a:spcPts val="500"/>
              </a:spcAft>
              <a:defRPr sz="1900" b="0" i="0">
                <a:solidFill>
                  <a:srgbClr val="1A1A1E"/>
                </a:solidFill>
                <a:latin typeface="Calibri"/>
              </a:defRPr>
            </a:pPr>
            <a:r>
              <a:t>Hosanna in the highest.</a:t>
            </a:r>
          </a:p>
          <a:p>
            <a:pPr>
              <a:spcAft>
                <a:spcPts val="500"/>
              </a:spcAft>
              <a:defRPr sz="1900" b="0" i="0">
                <a:solidFill>
                  <a:srgbClr val="1A1A1E"/>
                </a:solidFill>
                <a:latin typeface="Calibri"/>
              </a:defRPr>
            </a:pPr>
            <a:r>
              <a:t>Blessed is he who comes in the name of the Lord.</a:t>
            </a:r>
          </a:p>
          <a:p>
            <a:pPr>
              <a:spcAft>
                <a:spcPts val="500"/>
              </a:spcAft>
              <a:defRPr sz="1900" b="0" i="0">
                <a:solidFill>
                  <a:srgbClr val="1A1A1E"/>
                </a:solidFill>
                <a:latin typeface="Calibri"/>
              </a:defRPr>
            </a:pPr>
            <a:r>
              <a:t>Hosanna in the highest.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Sanctus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56515A"/>
                </a:solidFill>
                <a:latin typeface="Calibri"/>
              </a:defRPr>
            </a:pPr>
            <a:r>
              <a:t>LITURGY OF</a:t>
            </a:r>
            <a:br/>
            <a:r>
              <a:t>THE EUCHARIST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Eucharist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1A1A1E"/>
                </a:solidFill>
                <a:latin typeface="Calibri"/>
              </a:defRPr>
            </a:pPr>
            <a:r>
              <a:t>We proclaim your Death, O Lord,</a:t>
            </a:r>
          </a:p>
          <a:p>
            <a:pPr>
              <a:spcAft>
                <a:spcPts val="500"/>
              </a:spcAft>
              <a:defRPr sz="1900" b="0" i="0">
                <a:solidFill>
                  <a:srgbClr val="1A1A1E"/>
                </a:solidFill>
                <a:latin typeface="Calibri"/>
              </a:defRPr>
            </a:pPr>
            <a:r>
              <a:t>and profess your Resurrection</a:t>
            </a:r>
          </a:p>
          <a:p>
            <a:pPr>
              <a:spcAft>
                <a:spcPts val="500"/>
              </a:spcAft>
              <a:defRPr sz="1900" b="0" i="0">
                <a:solidFill>
                  <a:srgbClr val="1A1A1E"/>
                </a:solidFill>
                <a:latin typeface="Calibri"/>
              </a:defRPr>
            </a:pPr>
            <a:r>
              <a:t>until you come again.</a:t>
            </a:r>
          </a:p>
          <a:p>
            <a:pPr>
              <a:spcAft>
                <a:spcPts val="500"/>
              </a:spcAft>
              <a:defRPr sz="1500" b="0" i="1">
                <a:solidFill>
                  <a:srgbClr val="56515A"/>
                </a:solidFill>
                <a:latin typeface="Calibri"/>
              </a:defRPr>
            </a:pPr>
            <a:r>
              <a:t>(Alternate forms may be used as approved by the Conference of Bishops.)</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The Eucharistic Prayer</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56515A"/>
                </a:solidFill>
                <a:latin typeface="Calibri"/>
              </a:defRPr>
            </a:pPr>
            <a:r>
              <a:t>LITURGY OF</a:t>
            </a:r>
            <a:br/>
            <a:r>
              <a:t>THE EUCHARIST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Eucharist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1A1A1E"/>
                </a:solidFill>
                <a:latin typeface="Calibri"/>
              </a:defRPr>
            </a:pPr>
            <a:r>
              <a:t>Amen.</a:t>
            </a:r>
          </a:p>
          <a:p>
            <a:pPr>
              <a:spcAft>
                <a:spcPts val="500"/>
              </a:spcAft>
              <a:defRPr sz="1500" b="0" i="1">
                <a:solidFill>
                  <a:srgbClr val="56515A"/>
                </a:solidFill>
                <a:latin typeface="Calibri"/>
              </a:defRPr>
            </a:pPr>
            <a:r>
              <a:t>The people respond “Amen” once to the doxology at the end of the Eucharistic Prayer, unless local solemn custom repeats it.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Great Amen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1A1A1E"/>
                </a:solidFill>
                <a:latin typeface="Calibri"/>
              </a:defRPr>
            </a:pPr>
            <a:r>
              <a:t>Our Father, who art in heaven,</a:t>
            </a:r>
          </a:p>
          <a:p>
            <a:pPr>
              <a:spcAft>
                <a:spcPts val="500"/>
              </a:spcAft>
              <a:defRPr sz="1900" b="0" i="0">
                <a:solidFill>
                  <a:srgbClr val="1A1A1E"/>
                </a:solidFill>
                <a:latin typeface="Calibri"/>
              </a:defRPr>
            </a:pPr>
            <a:r>
              <a:t>hallowed be thy name;</a:t>
            </a:r>
          </a:p>
          <a:p>
            <a:pPr>
              <a:spcAft>
                <a:spcPts val="500"/>
              </a:spcAft>
              <a:defRPr sz="1900" b="0" i="0">
                <a:solidFill>
                  <a:srgbClr val="1A1A1E"/>
                </a:solidFill>
                <a:latin typeface="Calibri"/>
              </a:defRPr>
            </a:pPr>
            <a:r>
              <a:t>thy kingdom come,</a:t>
            </a:r>
          </a:p>
          <a:p>
            <a:pPr>
              <a:spcAft>
                <a:spcPts val="500"/>
              </a:spcAft>
              <a:defRPr sz="1900" b="0" i="0">
                <a:solidFill>
                  <a:srgbClr val="1A1A1E"/>
                </a:solidFill>
                <a:latin typeface="Calibri"/>
              </a:defRPr>
            </a:pPr>
            <a:r>
              <a:t>thy will be done,</a:t>
            </a:r>
          </a:p>
          <a:p>
            <a:pPr>
              <a:spcAft>
                <a:spcPts val="500"/>
              </a:spcAft>
              <a:defRPr sz="1900" b="0" i="0">
                <a:solidFill>
                  <a:srgbClr val="1A1A1E"/>
                </a:solidFill>
                <a:latin typeface="Calibri"/>
              </a:defRPr>
            </a:pPr>
            <a:r>
              <a:t>on earth as it is in heaven.</a:t>
            </a:r>
          </a:p>
          <a:p>
            <a:pPr>
              <a:spcAft>
                <a:spcPts val="500"/>
              </a:spcAft>
              <a:defRPr sz="1900" b="0" i="0">
                <a:solidFill>
                  <a:srgbClr val="1A1A1E"/>
                </a:solidFill>
                <a:latin typeface="Calibri"/>
              </a:defRPr>
            </a:pPr>
            <a:r>
              <a:t>Give us this day our daily bread;</a:t>
            </a:r>
          </a:p>
          <a:p>
            <a:pPr>
              <a:spcAft>
                <a:spcPts val="500"/>
              </a:spcAft>
              <a:defRPr sz="1900" b="0" i="0">
                <a:solidFill>
                  <a:srgbClr val="1A1A1E"/>
                </a:solidFill>
                <a:latin typeface="Calibri"/>
              </a:defRPr>
            </a:pPr>
            <a:r>
              <a:t>and forgive us our trespasses,</a:t>
            </a:r>
          </a:p>
          <a:p>
            <a:pPr>
              <a:spcAft>
                <a:spcPts val="500"/>
              </a:spcAft>
              <a:defRPr sz="1900" b="0" i="0">
                <a:solidFill>
                  <a:srgbClr val="1A1A1E"/>
                </a:solidFill>
                <a:latin typeface="Calibri"/>
              </a:defRPr>
            </a:pPr>
            <a:r>
              <a:t>as we forgive those who trespass against us;</a:t>
            </a:r>
          </a:p>
          <a:p>
            <a:pPr>
              <a:spcAft>
                <a:spcPts val="500"/>
              </a:spcAft>
              <a:defRPr sz="1900" b="0" i="0">
                <a:solidFill>
                  <a:srgbClr val="1A1A1E"/>
                </a:solidFill>
                <a:latin typeface="Calibri"/>
              </a:defRPr>
            </a:pPr>
            <a:r>
              <a:t>and lead us not into temptation,</a:t>
            </a:r>
          </a:p>
          <a:p>
            <a:pPr>
              <a:spcAft>
                <a:spcPts val="500"/>
              </a:spcAft>
              <a:defRPr sz="1900" b="0" i="0">
                <a:solidFill>
                  <a:srgbClr val="1A1A1E"/>
                </a:solidFill>
                <a:latin typeface="Calibri"/>
              </a:defRPr>
            </a:pPr>
            <a:r>
              <a:t>but deliver us from evil.</a:t>
            </a:r>
          </a:p>
          <a:p>
            <a:pPr>
              <a:spcAft>
                <a:spcPts val="500"/>
              </a:spcAft>
              <a:defRPr sz="2000" b="1" i="0">
                <a:solidFill>
                  <a:srgbClr val="56515A"/>
                </a:solidFill>
                <a:latin typeface="Calibri"/>
              </a:defRPr>
            </a:pPr>
            <a:r>
              <a:t>Deliver us, Lord, we pray, from every evil, graciously grant peace in our days, that, by the help of your mercy, we may be always free from sin and safe from all distress, as we await the blessed hope and the coming of our Savior, Jesus Christ.</a:t>
            </a:r>
          </a:p>
          <a:p>
            <a:pPr>
              <a:spcAft>
                <a:spcPts val="500"/>
              </a:spcAft>
              <a:defRPr sz="2000" b="1" i="0">
                <a:solidFill>
                  <a:srgbClr val="1A1A1E"/>
                </a:solidFill>
                <a:latin typeface="Calibri"/>
              </a:defRPr>
            </a:pPr>
            <a:r>
              <a:t>For the kingdom, the power, and the glory are yours now and for ever.</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Our Father</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56515A"/>
                </a:solidFill>
                <a:latin typeface="Calibri"/>
              </a:defRPr>
            </a:pPr>
            <a:r>
              <a:t>MASS CELEBRANT:</a:t>
            </a:r>
          </a:p>
          <a:p>
            <a:pPr>
              <a:spcAft>
                <a:spcPts val="300"/>
              </a:spcAft>
              <a:defRPr sz="2100" b="0" i="0">
                <a:solidFill>
                  <a:srgbClr val="1A1A1E"/>
                </a:solidFill>
                <a:latin typeface="Calibri"/>
              </a:defRPr>
            </a:pPr>
            <a:r>
              <a:t>Fr X</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Gwangju</a:t>
            </a:r>
            <a:br/>
            <a:r>
              <a:t>Catholic</a:t>
            </a:r>
            <a:br/>
            <a:r>
              <a:t>Church</a:t>
            </a:r>
            <a:br/>
            <a:r>
              <a:t>Community</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Gospel (John 14:15-21)</a:t>
            </a:r>
          </a:p>
          <a:p>
            <a:pPr>
              <a:spcAft>
                <a:spcPts val="300"/>
              </a:spcAft>
              <a:defRPr sz="2100" b="0" i="0">
                <a:solidFill>
                  <a:srgbClr val="1A1A1E"/>
                </a:solidFill>
                <a:latin typeface="Calibri"/>
              </a:defRPr>
            </a:pPr>
            <a:r>
              <a:t>“If you love me, keep my commandments.”</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YEAR A</a:t>
            </a:r>
          </a:p>
          <a:p>
            <a:pPr>
              <a:spcAft>
                <a:spcPts val="300"/>
              </a:spcAft>
              <a:defRPr sz="2100" b="0" i="0">
                <a:solidFill>
                  <a:srgbClr val="1A1A1E"/>
                </a:solidFill>
                <a:latin typeface="Calibri"/>
              </a:defRPr>
            </a:pPr>
            <a:r>
              <a:t>2026-05-10 · Eastertide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Mass poster / divider</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Deliver us, Lord, we pray, from every evil, graciously grant peace in our days, that, by the help of your mercy, we may be always free from sin and safe from all distress, as we await the blessed hope and the coming of our Savior, Jesus Christ.</a:t>
            </a:r>
          </a:p>
          <a:p>
            <a:pPr>
              <a:spcAft>
                <a:spcPts val="500"/>
              </a:spcAft>
              <a:defRPr sz="2000" b="1" i="0">
                <a:solidFill>
                  <a:srgbClr val="1A1A1E"/>
                </a:solidFill>
                <a:latin typeface="Calibri"/>
              </a:defRPr>
            </a:pPr>
            <a:r>
              <a:t>For the kingdom, the power, and the glory are yours, now and for ever. Amen.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The Communion Rite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56515A"/>
                </a:solidFill>
                <a:latin typeface="Calibri"/>
              </a:defRPr>
            </a:pPr>
            <a:r>
              <a:t>MASS CELEBRANT:</a:t>
            </a:r>
          </a:p>
          <a:p>
            <a:pPr>
              <a:spcAft>
                <a:spcPts val="300"/>
              </a:spcAft>
              <a:defRPr sz="2100" b="0" i="0">
                <a:solidFill>
                  <a:srgbClr val="1A1A1E"/>
                </a:solidFill>
                <a:latin typeface="Calibri"/>
              </a:defRPr>
            </a:pPr>
            <a:r>
              <a:t>Fr X</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Gwangju</a:t>
            </a:r>
            <a:br/>
            <a:r>
              <a:t>Catholic</a:t>
            </a:r>
            <a:br/>
            <a:r>
              <a:t>Church</a:t>
            </a:r>
            <a:br/>
            <a:r>
              <a:t>Community</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Gospel (John 14:15-21)</a:t>
            </a:r>
          </a:p>
          <a:p>
            <a:pPr>
              <a:spcAft>
                <a:spcPts val="300"/>
              </a:spcAft>
              <a:defRPr sz="2100" b="0" i="0">
                <a:solidFill>
                  <a:srgbClr val="1A1A1E"/>
                </a:solidFill>
                <a:latin typeface="Calibri"/>
              </a:defRPr>
            </a:pPr>
            <a:r>
              <a:t>“If you love me, keep my commandments.”</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YEAR A</a:t>
            </a:r>
          </a:p>
          <a:p>
            <a:pPr>
              <a:spcAft>
                <a:spcPts val="300"/>
              </a:spcAft>
              <a:defRPr sz="2100" b="0" i="0">
                <a:solidFill>
                  <a:srgbClr val="1A1A1E"/>
                </a:solidFill>
                <a:latin typeface="Calibri"/>
              </a:defRPr>
            </a:pPr>
            <a:r>
              <a:t>2026-05-10 · Eastertide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Mass poster / divider</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The peace of the Lord be with you always.</a:t>
            </a:r>
          </a:p>
          <a:p>
            <a:pPr>
              <a:spcAft>
                <a:spcPts val="500"/>
              </a:spcAft>
              <a:defRPr sz="2000" b="1" i="0">
                <a:solidFill>
                  <a:srgbClr val="1A1A1E"/>
                </a:solidFill>
                <a:latin typeface="Calibri"/>
              </a:defRPr>
            </a:pPr>
            <a:r>
              <a:t>And with your spirit.</a:t>
            </a:r>
          </a:p>
          <a:p>
            <a:pPr>
              <a:spcAft>
                <a:spcPts val="500"/>
              </a:spcAft>
              <a:defRPr sz="1500" b="0" i="1">
                <a:solidFill>
                  <a:srgbClr val="56515A"/>
                </a:solidFill>
                <a:latin typeface="Calibri"/>
              </a:defRPr>
            </a:pPr>
            <a:r>
              <a:t>Let us offer each other the sign of peace.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Sign of Peace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1A1A1E"/>
                </a:solidFill>
                <a:latin typeface="Calibri"/>
              </a:defRPr>
            </a:pPr>
            <a:r>
              <a:t>Lamb of God,</a:t>
            </a:r>
          </a:p>
          <a:p>
            <a:pPr>
              <a:spcAft>
                <a:spcPts val="500"/>
              </a:spcAft>
              <a:defRPr sz="1900" b="0" i="0">
                <a:solidFill>
                  <a:srgbClr val="1A1A1E"/>
                </a:solidFill>
                <a:latin typeface="Calibri"/>
              </a:defRPr>
            </a:pPr>
            <a:r>
              <a:t>you take away the sins of the world,</a:t>
            </a:r>
          </a:p>
          <a:p>
            <a:pPr>
              <a:spcAft>
                <a:spcPts val="500"/>
              </a:spcAft>
              <a:defRPr sz="1900" b="0" i="0">
                <a:solidFill>
                  <a:srgbClr val="1A1A1E"/>
                </a:solidFill>
                <a:latin typeface="Calibri"/>
              </a:defRPr>
            </a:pPr>
            <a:r>
              <a:t>have mercy on us.</a:t>
            </a:r>
          </a:p>
          <a:p>
            <a:pPr>
              <a:spcAft>
                <a:spcPts val="500"/>
              </a:spcAft>
              <a:defRPr sz="1900" b="0" i="0">
                <a:solidFill>
                  <a:srgbClr val="1A1A1E"/>
                </a:solidFill>
                <a:latin typeface="Calibri"/>
              </a:defRPr>
            </a:pPr>
            <a:r>
              <a:t>Lamb of God,</a:t>
            </a:r>
          </a:p>
          <a:p>
            <a:pPr>
              <a:spcAft>
                <a:spcPts val="500"/>
              </a:spcAft>
              <a:defRPr sz="1900" b="0" i="0">
                <a:solidFill>
                  <a:srgbClr val="1A1A1E"/>
                </a:solidFill>
                <a:latin typeface="Calibri"/>
              </a:defRPr>
            </a:pPr>
            <a:r>
              <a:t>you take away the sins of the world,</a:t>
            </a:r>
          </a:p>
          <a:p>
            <a:pPr>
              <a:spcAft>
                <a:spcPts val="500"/>
              </a:spcAft>
              <a:defRPr sz="1900" b="0" i="0">
                <a:solidFill>
                  <a:srgbClr val="1A1A1E"/>
                </a:solidFill>
                <a:latin typeface="Calibri"/>
              </a:defRPr>
            </a:pPr>
            <a:r>
              <a:t>have mercy on us.</a:t>
            </a:r>
          </a:p>
          <a:p>
            <a:pPr>
              <a:spcAft>
                <a:spcPts val="500"/>
              </a:spcAft>
              <a:defRPr sz="1900" b="0" i="0">
                <a:solidFill>
                  <a:srgbClr val="1A1A1E"/>
                </a:solidFill>
                <a:latin typeface="Calibri"/>
              </a:defRPr>
            </a:pPr>
            <a:r>
              <a:t>Lamb of God,</a:t>
            </a:r>
          </a:p>
          <a:p>
            <a:pPr>
              <a:spcAft>
                <a:spcPts val="500"/>
              </a:spcAft>
              <a:defRPr sz="1900" b="0" i="0">
                <a:solidFill>
                  <a:srgbClr val="1A1A1E"/>
                </a:solidFill>
                <a:latin typeface="Calibri"/>
              </a:defRPr>
            </a:pPr>
            <a:r>
              <a:t>you take away the sins of the world,</a:t>
            </a:r>
          </a:p>
          <a:p>
            <a:pPr>
              <a:spcAft>
                <a:spcPts val="500"/>
              </a:spcAft>
              <a:defRPr sz="1900" b="0" i="0">
                <a:solidFill>
                  <a:srgbClr val="1A1A1E"/>
                </a:solidFill>
                <a:latin typeface="Calibri"/>
              </a:defRPr>
            </a:pPr>
            <a:r>
              <a:t>grant us peace.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Lamb of God</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Behold the Lamb of God, behold him who takes away the sins of the world. Blessed are those called to the supper of the Lamb.</a:t>
            </a:r>
          </a:p>
          <a:p>
            <a:pPr>
              <a:spcAft>
                <a:spcPts val="500"/>
              </a:spcAft>
              <a:defRPr sz="2000" b="1" i="0">
                <a:solidFill>
                  <a:srgbClr val="1A1A1E"/>
                </a:solidFill>
                <a:latin typeface="Calibri"/>
              </a:defRPr>
            </a:pPr>
            <a:r>
              <a:t>Lord, I am not worthy that you should enter under my roof, but only say the word and my soul shall be healed.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The Communion Rite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56515A"/>
                </a:solidFill>
                <a:latin typeface="Calibri"/>
              </a:defRPr>
            </a:pPr>
            <a:r>
              <a:t>MASS CELEBRANT:</a:t>
            </a:r>
          </a:p>
          <a:p>
            <a:pPr>
              <a:spcAft>
                <a:spcPts val="300"/>
              </a:spcAft>
              <a:defRPr sz="2100" b="0" i="0">
                <a:solidFill>
                  <a:srgbClr val="1A1A1E"/>
                </a:solidFill>
                <a:latin typeface="Calibri"/>
              </a:defRPr>
            </a:pPr>
            <a:r>
              <a:t>Fr X</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Gwangju</a:t>
            </a:r>
            <a:br/>
            <a:r>
              <a:t>Catholic</a:t>
            </a:r>
            <a:br/>
            <a:r>
              <a:t>Church</a:t>
            </a:r>
            <a:br/>
            <a:r>
              <a:t>Community</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Gospel (John 14:15-21)</a:t>
            </a:r>
          </a:p>
          <a:p>
            <a:pPr>
              <a:spcAft>
                <a:spcPts val="300"/>
              </a:spcAft>
              <a:defRPr sz="2100" b="0" i="0">
                <a:solidFill>
                  <a:srgbClr val="1A1A1E"/>
                </a:solidFill>
                <a:latin typeface="Calibri"/>
              </a:defRPr>
            </a:pPr>
            <a:r>
              <a:t>“If you love me, keep my commandments.”</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YEAR A</a:t>
            </a:r>
          </a:p>
          <a:p>
            <a:pPr>
              <a:spcAft>
                <a:spcPts val="300"/>
              </a:spcAft>
              <a:defRPr sz="2100" b="0" i="0">
                <a:solidFill>
                  <a:srgbClr val="1A1A1E"/>
                </a:solidFill>
                <a:latin typeface="Calibri"/>
              </a:defRPr>
            </a:pPr>
            <a:r>
              <a:t>2026-05-10 · Eastertide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Mass poster / divider</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Pananagutan</a:t>
            </a:r>
          </a:p>
        </p:txBody>
      </p:sp>
      <p:sp>
        <p:nvSpPr>
          <p:cNvPr id="5" name="TextBox 4"/>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(NO LYRICS IN LIBRARY FOR THIS HYMN.)</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Communion (1)</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Tanging Yaman</a:t>
            </a:r>
          </a:p>
        </p:txBody>
      </p:sp>
      <p:sp>
        <p:nvSpPr>
          <p:cNvPr id="5" name="TextBox 4"/>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(NO LYRICS IN LIBRARY FOR THIS HYMN.)</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Communion (2)</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Let us pray.</a:t>
            </a:r>
          </a:p>
          <a:p>
            <a:pPr>
              <a:spcAft>
                <a:spcPts val="500"/>
              </a:spcAft>
              <a:defRPr sz="1500" b="0" i="1">
                <a:solidFill>
                  <a:srgbClr val="56515A"/>
                </a:solidFill>
                <a:latin typeface="Calibri"/>
              </a:defRPr>
            </a:pPr>
            <a:r>
              <a:t>The Priest says the Post- Communion Prayer for the day in full from the Roman Missal. The people respond at the end.</a:t>
            </a:r>
          </a:p>
          <a:p>
            <a:pPr>
              <a:spcAft>
                <a:spcPts val="500"/>
              </a:spcAft>
              <a:defRPr sz="2000" b="1" i="0">
                <a:solidFill>
                  <a:srgbClr val="1A1A1E"/>
                </a:solidFill>
                <a:latin typeface="Calibri"/>
              </a:defRPr>
            </a:pPr>
            <a:r>
              <a:t>Amen.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The Communion Rite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56515A"/>
                </a:solidFill>
                <a:latin typeface="Calibri"/>
              </a:defRPr>
            </a:pPr>
            <a:r>
              <a:t>MASS CELEBRANT:</a:t>
            </a:r>
          </a:p>
          <a:p>
            <a:pPr>
              <a:spcAft>
                <a:spcPts val="300"/>
              </a:spcAft>
              <a:defRPr sz="2100" b="0" i="0">
                <a:solidFill>
                  <a:srgbClr val="1A1A1E"/>
                </a:solidFill>
                <a:latin typeface="Calibri"/>
              </a:defRPr>
            </a:pPr>
            <a:r>
              <a:t>Fr X</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Gwangju</a:t>
            </a:r>
            <a:br/>
            <a:r>
              <a:t>Catholic</a:t>
            </a:r>
            <a:br/>
            <a:r>
              <a:t>Church</a:t>
            </a:r>
            <a:br/>
            <a:r>
              <a:t>Community</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Gospel (John 14:15-21)</a:t>
            </a:r>
          </a:p>
          <a:p>
            <a:pPr>
              <a:spcAft>
                <a:spcPts val="300"/>
              </a:spcAft>
              <a:defRPr sz="2100" b="0" i="0">
                <a:solidFill>
                  <a:srgbClr val="1A1A1E"/>
                </a:solidFill>
                <a:latin typeface="Calibri"/>
              </a:defRPr>
            </a:pPr>
            <a:r>
              <a:t>“If you love me, keep my commandments.”</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YEAR A</a:t>
            </a:r>
          </a:p>
          <a:p>
            <a:pPr>
              <a:spcAft>
                <a:spcPts val="300"/>
              </a:spcAft>
              <a:defRPr sz="2100" b="0" i="0">
                <a:solidFill>
                  <a:srgbClr val="1A1A1E"/>
                </a:solidFill>
                <a:latin typeface="Calibri"/>
              </a:defRPr>
            </a:pPr>
            <a:r>
              <a:t>2026-05-10 · Eastertide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Mass poster / divider</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1A1A1E"/>
                </a:solidFill>
                <a:latin typeface="Calibri"/>
              </a:defRPr>
            </a:pPr>
            <a:r>
              <a:t>CHURCH ANNOUNCEMENTS</a:t>
            </a:r>
          </a:p>
          <a:p>
            <a:pPr>
              <a:spcAft>
                <a:spcPts val="500"/>
              </a:spcAft>
              <a:defRPr sz="1500" b="0" i="1">
                <a:solidFill>
                  <a:srgbClr val="56515A"/>
                </a:solidFill>
                <a:latin typeface="Calibri"/>
              </a:defRPr>
            </a:pPr>
            <a:r>
              <a:t>Insert bulletin points with complete sentences on the following slides or edit this deck.</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Announcements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1A1A1E"/>
                </a:solidFill>
                <a:latin typeface="Calibri"/>
              </a:defRPr>
            </a:pPr>
            <a:r>
              <a:t>Welcome newcomers!</a:t>
            </a:r>
          </a:p>
          <a:p>
            <a:pPr>
              <a:spcAft>
                <a:spcPts val="500"/>
              </a:spcAft>
              <a:defRPr sz="1500" b="0" i="1">
                <a:solidFill>
                  <a:srgbClr val="56515A"/>
                </a:solidFill>
                <a:latin typeface="Calibri"/>
              </a:defRPr>
            </a:pPr>
            <a:r>
              <a:t>Photo collage optional.</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Announcements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1A1A1E"/>
                </a:solidFill>
                <a:latin typeface="Calibri"/>
              </a:defRPr>
            </a:pPr>
            <a:r>
              <a:t>Sacrament of Confession</a:t>
            </a:r>
          </a:p>
          <a:p>
            <a:pPr>
              <a:spcAft>
                <a:spcPts val="500"/>
              </a:spcAft>
              <a:defRPr sz="1500" b="0" i="1">
                <a:solidFill>
                  <a:srgbClr val="56515A"/>
                </a:solidFill>
                <a:latin typeface="Calibri"/>
              </a:defRPr>
            </a:pPr>
            <a:r>
              <a:t>The Lord never tires of forgiving us; we are the ones who tire of seeking his mercy. — Pope Francis</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Announcements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1A1A1E"/>
                </a:solidFill>
                <a:latin typeface="Calibri"/>
              </a:defRPr>
            </a:pPr>
            <a:r>
              <a:t>Mass Collection</a:t>
            </a:r>
          </a:p>
          <a:p>
            <a:pPr>
              <a:spcAft>
                <a:spcPts val="500"/>
              </a:spcAft>
              <a:defRPr sz="1500" b="0" i="1">
                <a:solidFill>
                  <a:srgbClr val="56515A"/>
                </a:solidFill>
                <a:latin typeface="Calibri"/>
              </a:defRPr>
            </a:pPr>
            <a:r>
              <a:t>State the purpose and date in full words. You may add Second Letter to the Corinthians, chapter 9, verse 7 if you include the full quotation.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Announcements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1A1A1E"/>
                </a:solidFill>
                <a:latin typeface="Calibri"/>
              </a:defRPr>
            </a:pPr>
            <a:r>
              <a:t>Food or Mass Sponsorship</a:t>
            </a:r>
          </a:p>
          <a:p>
            <a:pPr>
              <a:spcAft>
                <a:spcPts val="500"/>
              </a:spcAft>
              <a:defRPr sz="1500" b="0" i="1">
                <a:solidFill>
                  <a:srgbClr val="56515A"/>
                </a:solidFill>
                <a:latin typeface="Calibri"/>
              </a:defRPr>
            </a:pPr>
            <a:r>
              <a:t>Give the parish coordinator’s complete contact information in words, not abbreviations.</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Announcements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1A1A1E"/>
                </a:solidFill>
                <a:latin typeface="Calibri"/>
              </a:defRPr>
            </a:pPr>
            <a:r>
              <a:t>Updates and Announcements</a:t>
            </a:r>
          </a:p>
          <a:p>
            <a:pPr>
              <a:spcAft>
                <a:spcPts val="500"/>
              </a:spcAft>
              <a:defRPr sz="1500" b="0" i="1">
                <a:solidFill>
                  <a:srgbClr val="56515A"/>
                </a:solidFill>
                <a:latin typeface="Calibri"/>
              </a:defRPr>
            </a:pPr>
            <a:r>
              <a:t>Name your community page and invitation to follow in full; add a QR code to the slide master if you wish.</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Announcements</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The Lord be with you.</a:t>
            </a:r>
          </a:p>
          <a:p>
            <a:pPr>
              <a:spcAft>
                <a:spcPts val="500"/>
              </a:spcAft>
              <a:defRPr sz="2000" b="1" i="0">
                <a:solidFill>
                  <a:srgbClr val="1A1A1E"/>
                </a:solidFill>
                <a:latin typeface="Calibri"/>
              </a:defRPr>
            </a:pPr>
            <a:r>
              <a:t>And with your spirit.</a:t>
            </a:r>
          </a:p>
          <a:p>
            <a:pPr>
              <a:spcAft>
                <a:spcPts val="500"/>
              </a:spcAft>
              <a:defRPr sz="2000" b="1" i="0">
                <a:solidFill>
                  <a:srgbClr val="56515A"/>
                </a:solidFill>
                <a:latin typeface="Calibri"/>
              </a:defRPr>
            </a:pPr>
            <a:r>
              <a:t>May almighty God bless you, the Father, and the Son, and the Holy Spirit.</a:t>
            </a:r>
          </a:p>
          <a:p>
            <a:pPr>
              <a:spcAft>
                <a:spcPts val="500"/>
              </a:spcAft>
              <a:defRPr sz="2000" b="1" i="0">
                <a:solidFill>
                  <a:srgbClr val="1A1A1E"/>
                </a:solidFill>
                <a:latin typeface="Calibri"/>
              </a:defRPr>
            </a:pPr>
            <a:r>
              <a:t>Amen.</a:t>
            </a:r>
          </a:p>
          <a:p>
            <a:pPr>
              <a:spcAft>
                <a:spcPts val="500"/>
              </a:spcAft>
              <a:defRPr sz="2000" b="1" i="0">
                <a:solidFill>
                  <a:srgbClr val="56515A"/>
                </a:solidFill>
                <a:latin typeface="Calibri"/>
              </a:defRPr>
            </a:pPr>
            <a:r>
              <a:t>Go in peace, glorifying the Lord by your life.</a:t>
            </a:r>
          </a:p>
          <a:p>
            <a:pPr>
              <a:spcAft>
                <a:spcPts val="500"/>
              </a:spcAft>
              <a:defRPr sz="2000" b="1" i="0">
                <a:solidFill>
                  <a:srgbClr val="1A1A1E"/>
                </a:solidFill>
                <a:latin typeface="Calibri"/>
              </a:defRPr>
            </a:pPr>
            <a:r>
              <a:t>Thanks be to God.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Final Blessing</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Alleluia! Sing to Jesus</a:t>
            </a:r>
          </a:p>
        </p:txBody>
      </p:sp>
      <p:sp>
        <p:nvSpPr>
          <p:cNvPr id="5" name="TextBox 4"/>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ALLELUIA! SING TO JESUS!</a:t>
            </a:r>
          </a:p>
          <a:p>
            <a:pPr algn="ctr">
              <a:lnSpc>
                <a:spcPct val="105000"/>
              </a:lnSpc>
              <a:spcAft>
                <a:spcPts val="1000"/>
              </a:spcAft>
              <a:defRPr sz="3800" b="1" i="0">
                <a:solidFill>
                  <a:srgbClr val="FFFFFF"/>
                </a:solidFill>
                <a:latin typeface="Arial Black"/>
              </a:defRPr>
            </a:pPr>
            <a:r>
              <a:t>HIS THE SCEPTER, HIS THE THRONE;</a:t>
            </a:r>
          </a:p>
          <a:p>
            <a:pPr algn="ctr">
              <a:lnSpc>
                <a:spcPct val="105000"/>
              </a:lnSpc>
              <a:spcAft>
                <a:spcPts val="1000"/>
              </a:spcAft>
              <a:defRPr sz="3800" b="1" i="0">
                <a:solidFill>
                  <a:srgbClr val="FFFFFF"/>
                </a:solidFill>
                <a:latin typeface="Arial Black"/>
              </a:defRPr>
            </a:pPr>
            <a:r>
              <a:t>ALLELUIA! HIS THE TRIUMPH,</a:t>
            </a:r>
          </a:p>
          <a:p>
            <a:pPr algn="ctr">
              <a:lnSpc>
                <a:spcPct val="105000"/>
              </a:lnSpc>
              <a:spcAft>
                <a:spcPts val="1000"/>
              </a:spcAft>
              <a:defRPr sz="3800" b="1" i="0">
                <a:solidFill>
                  <a:srgbClr val="FFFFFF"/>
                </a:solidFill>
                <a:latin typeface="Arial Black"/>
              </a:defRPr>
            </a:pPr>
            <a:r>
              <a:t>HIS THE VICTORY ALONE.</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Recessional</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HARK! THE SONGS OF PEACEFUL ZION</a:t>
            </a:r>
          </a:p>
          <a:p>
            <a:pPr algn="ctr">
              <a:lnSpc>
                <a:spcPct val="105000"/>
              </a:lnSpc>
              <a:spcAft>
                <a:spcPts val="1000"/>
              </a:spcAft>
              <a:defRPr sz="3800" b="1" i="0">
                <a:solidFill>
                  <a:srgbClr val="FFFFFF"/>
                </a:solidFill>
                <a:latin typeface="Arial Black"/>
              </a:defRPr>
            </a:pPr>
            <a:r>
              <a:t>THUNDER LIKE A MIGHTY FLOOD;</a:t>
            </a:r>
          </a:p>
          <a:p>
            <a:pPr algn="ctr">
              <a:lnSpc>
                <a:spcPct val="105000"/>
              </a:lnSpc>
              <a:spcAft>
                <a:spcPts val="1000"/>
              </a:spcAft>
              <a:defRPr sz="3800" b="1" i="0">
                <a:solidFill>
                  <a:srgbClr val="FFFFFF"/>
                </a:solidFill>
                <a:latin typeface="Arial Black"/>
              </a:defRPr>
            </a:pPr>
            <a:r>
              <a:t>JESUS OUT OF EVERY NATION</a:t>
            </a:r>
          </a:p>
          <a:p>
            <a:pPr algn="ctr">
              <a:lnSpc>
                <a:spcPct val="105000"/>
              </a:lnSpc>
              <a:spcAft>
                <a:spcPts val="1000"/>
              </a:spcAft>
              <a:defRPr sz="3800" b="1" i="0">
                <a:solidFill>
                  <a:srgbClr val="FFFFFF"/>
                </a:solidFill>
                <a:latin typeface="Arial Black"/>
              </a:defRPr>
            </a:pPr>
            <a:r>
              <a:t>HATH REDEEMED US BY HIS BLOOD.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Recessional</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ALLELUIA! NOT AS ORPHANS</a:t>
            </a:r>
          </a:p>
          <a:p>
            <a:pPr algn="ctr">
              <a:lnSpc>
                <a:spcPct val="105000"/>
              </a:lnSpc>
              <a:spcAft>
                <a:spcPts val="1000"/>
              </a:spcAft>
              <a:defRPr sz="3800" b="1" i="0">
                <a:solidFill>
                  <a:srgbClr val="FFFFFF"/>
                </a:solidFill>
                <a:latin typeface="Arial Black"/>
              </a:defRPr>
            </a:pPr>
            <a:r>
              <a:t>ARE WE LEFT IN SORROW SORE;</a:t>
            </a:r>
          </a:p>
          <a:p>
            <a:pPr algn="ctr">
              <a:lnSpc>
                <a:spcPct val="105000"/>
              </a:lnSpc>
              <a:spcAft>
                <a:spcPts val="1000"/>
              </a:spcAft>
              <a:defRPr sz="3800" b="1" i="0">
                <a:solidFill>
                  <a:srgbClr val="FFFFFF"/>
                </a:solidFill>
                <a:latin typeface="Arial Black"/>
              </a:defRPr>
            </a:pPr>
            <a:r>
              <a:t>ONE WITH LOVE EXCEEDING FATHER,</a:t>
            </a:r>
          </a:p>
          <a:p>
            <a:pPr algn="ctr">
              <a:lnSpc>
                <a:spcPct val="105000"/>
              </a:lnSpc>
              <a:spcAft>
                <a:spcPts val="1000"/>
              </a:spcAft>
              <a:defRPr sz="3800" b="1" i="0">
                <a:solidFill>
                  <a:srgbClr val="FFFFFF"/>
                </a:solidFill>
                <a:latin typeface="Arial Black"/>
              </a:defRPr>
            </a:pPr>
            <a:r>
              <a:t>ONE WITH LOVE EXCEEDING MOTHER,</a:t>
            </a:r>
          </a:p>
          <a:p>
            <a:pPr algn="ctr">
              <a:lnSpc>
                <a:spcPct val="105000"/>
              </a:lnSpc>
              <a:spcAft>
                <a:spcPts val="1000"/>
              </a:spcAft>
              <a:defRPr sz="3800" b="1" i="0">
                <a:solidFill>
                  <a:srgbClr val="FFFFFF"/>
                </a:solidFill>
                <a:latin typeface="Arial Black"/>
              </a:defRPr>
            </a:pPr>
            <a:r>
              <a:t>HE HATH GONE BEFORE.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Recessional</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ALLELUIA! BREAD OF ANGELS,</a:t>
            </a:r>
          </a:p>
          <a:p>
            <a:pPr algn="ctr">
              <a:lnSpc>
                <a:spcPct val="105000"/>
              </a:lnSpc>
              <a:spcAft>
                <a:spcPts val="1000"/>
              </a:spcAft>
              <a:defRPr sz="3800" b="1" i="0">
                <a:solidFill>
                  <a:srgbClr val="FFFFFF"/>
                </a:solidFill>
                <a:latin typeface="Arial Black"/>
              </a:defRPr>
            </a:pPr>
            <a:r>
              <a:t>THOU ON EARTH OUR FOOD, OUR STAY;</a:t>
            </a:r>
          </a:p>
          <a:p>
            <a:pPr algn="ctr">
              <a:lnSpc>
                <a:spcPct val="105000"/>
              </a:lnSpc>
              <a:spcAft>
                <a:spcPts val="1000"/>
              </a:spcAft>
              <a:defRPr sz="3800" b="1" i="0">
                <a:solidFill>
                  <a:srgbClr val="FFFFFF"/>
                </a:solidFill>
                <a:latin typeface="Arial Black"/>
              </a:defRPr>
            </a:pPr>
            <a:r>
              <a:t>ALLELUIA! HERE THE SINFUL</a:t>
            </a:r>
          </a:p>
          <a:p>
            <a:pPr algn="ctr">
              <a:lnSpc>
                <a:spcPct val="105000"/>
              </a:lnSpc>
              <a:spcAft>
                <a:spcPts val="1000"/>
              </a:spcAft>
              <a:defRPr sz="3800" b="1" i="0">
                <a:solidFill>
                  <a:srgbClr val="FFFFFF"/>
                </a:solidFill>
                <a:latin typeface="Arial Black"/>
              </a:defRPr>
            </a:pPr>
            <a:r>
              <a:t>TO THY PRESENCE SING ALWAY.</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Recessional</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ALLELUIA! KING ETERNAL,</a:t>
            </a:r>
          </a:p>
          <a:p>
            <a:pPr algn="ctr">
              <a:lnSpc>
                <a:spcPct val="105000"/>
              </a:lnSpc>
              <a:spcAft>
                <a:spcPts val="1000"/>
              </a:spcAft>
              <a:defRPr sz="3800" b="1" i="0">
                <a:solidFill>
                  <a:srgbClr val="FFFFFF"/>
                </a:solidFill>
                <a:latin typeface="Arial Black"/>
              </a:defRPr>
            </a:pPr>
            <a:r>
              <a:t>THOU THE LORD WHOM WE ADORE;</a:t>
            </a:r>
          </a:p>
          <a:p>
            <a:pPr algn="ctr">
              <a:lnSpc>
                <a:spcPct val="105000"/>
              </a:lnSpc>
              <a:spcAft>
                <a:spcPts val="1000"/>
              </a:spcAft>
              <a:defRPr sz="3800" b="1" i="0">
                <a:solidFill>
                  <a:srgbClr val="FFFFFF"/>
                </a:solidFill>
                <a:latin typeface="Arial Black"/>
              </a:defRPr>
            </a:pPr>
            <a:r>
              <a:t>ALLELUIA! SON AND FATHER,</a:t>
            </a:r>
          </a:p>
          <a:p>
            <a:pPr algn="ctr">
              <a:lnSpc>
                <a:spcPct val="105000"/>
              </a:lnSpc>
              <a:spcAft>
                <a:spcPts val="1000"/>
              </a:spcAft>
              <a:defRPr sz="3800" b="1" i="0">
                <a:solidFill>
                  <a:srgbClr val="FFFFFF"/>
                </a:solidFill>
                <a:latin typeface="Arial Black"/>
              </a:defRPr>
            </a:pPr>
            <a:r>
              <a:t>HOLY SPIRIT, ONE FOREVERMORE,</a:t>
            </a:r>
          </a:p>
          <a:p>
            <a:pPr algn="ctr">
              <a:lnSpc>
                <a:spcPct val="105000"/>
              </a:lnSpc>
              <a:spcAft>
                <a:spcPts val="1000"/>
              </a:spcAft>
              <a:defRPr sz="3800" b="1" i="0">
                <a:solidFill>
                  <a:srgbClr val="FFFFFF"/>
                </a:solidFill>
                <a:latin typeface="Arial Black"/>
              </a:defRPr>
            </a:pPr>
            <a:r>
              <a:t>WE WOULD BOW BEFORE.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Recessional</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ALLELUIA! SING TO JESUS!</a:t>
            </a:r>
          </a:p>
          <a:p>
            <a:pPr algn="ctr">
              <a:lnSpc>
                <a:spcPct val="105000"/>
              </a:lnSpc>
              <a:spcAft>
                <a:spcPts val="1000"/>
              </a:spcAft>
              <a:defRPr sz="3800" b="1" i="0">
                <a:solidFill>
                  <a:srgbClr val="FFFFFF"/>
                </a:solidFill>
                <a:latin typeface="Arial Black"/>
              </a:defRPr>
            </a:pPr>
            <a:r>
              <a:t>HIS THE SCEPTER, HIS THE THRONE;</a:t>
            </a:r>
          </a:p>
          <a:p>
            <a:pPr algn="ctr">
              <a:lnSpc>
                <a:spcPct val="105000"/>
              </a:lnSpc>
              <a:spcAft>
                <a:spcPts val="1000"/>
              </a:spcAft>
              <a:defRPr sz="3800" b="1" i="0">
                <a:solidFill>
                  <a:srgbClr val="FFFFFF"/>
                </a:solidFill>
                <a:latin typeface="Arial Black"/>
              </a:defRPr>
            </a:pPr>
            <a:r>
              <a:t>ALLELUIA! HIS THE TRIUMPH,</a:t>
            </a:r>
          </a:p>
          <a:p>
            <a:pPr algn="ctr">
              <a:lnSpc>
                <a:spcPct val="105000"/>
              </a:lnSpc>
              <a:spcAft>
                <a:spcPts val="1000"/>
              </a:spcAft>
              <a:defRPr sz="3800" b="1" i="0">
                <a:solidFill>
                  <a:srgbClr val="FFFFFF"/>
                </a:solidFill>
                <a:latin typeface="Arial Black"/>
              </a:defRPr>
            </a:pPr>
            <a:r>
              <a:t>HIS THE VICTORY ALONE.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Recessional</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56515A"/>
                </a:solidFill>
                <a:latin typeface="Calibri"/>
              </a:defRPr>
            </a:pPr>
            <a:r>
              <a:t>MASS CELEBRANT:</a:t>
            </a:r>
          </a:p>
          <a:p>
            <a:pPr>
              <a:spcAft>
                <a:spcPts val="300"/>
              </a:spcAft>
              <a:defRPr sz="2100" b="0" i="0">
                <a:solidFill>
                  <a:srgbClr val="1A1A1E"/>
                </a:solidFill>
                <a:latin typeface="Calibri"/>
              </a:defRPr>
            </a:pPr>
            <a:r>
              <a:t>Fr X</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Gwangju</a:t>
            </a:r>
            <a:br/>
            <a:r>
              <a:t>Catholic</a:t>
            </a:r>
            <a:br/>
            <a:r>
              <a:t>Church</a:t>
            </a:r>
            <a:br/>
            <a:r>
              <a:t>Community</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Gospel (John 14:15-21)</a:t>
            </a:r>
          </a:p>
          <a:p>
            <a:pPr>
              <a:spcAft>
                <a:spcPts val="300"/>
              </a:spcAft>
              <a:defRPr sz="2100" b="0" i="0">
                <a:solidFill>
                  <a:srgbClr val="1A1A1E"/>
                </a:solidFill>
                <a:latin typeface="Calibri"/>
              </a:defRPr>
            </a:pPr>
            <a:r>
              <a:t>“If you love me, keep my commandments.”</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YEAR A</a:t>
            </a:r>
          </a:p>
          <a:p>
            <a:pPr>
              <a:spcAft>
                <a:spcPts val="300"/>
              </a:spcAft>
              <a:defRPr sz="2100" b="0" i="0">
                <a:solidFill>
                  <a:srgbClr val="1A1A1E"/>
                </a:solidFill>
                <a:latin typeface="Calibri"/>
              </a:defRPr>
            </a:pPr>
            <a:r>
              <a:t>2026-05-10 · Eastertide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Mass poster / divider</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CCC10May2026_Eastertide_16x9.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56515A"/>
                </a:solidFill>
                <a:latin typeface="Calibri"/>
              </a:defRPr>
            </a:pPr>
            <a:r>
              <a:t>Below: World English Bible (WEB) fallback — verify NABRE on bible.usccb.org.</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Scripture note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