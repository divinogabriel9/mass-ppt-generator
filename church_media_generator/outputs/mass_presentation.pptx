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Eastertide Celebration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Gospel: John 14:15-21</a:t>
            </a:r>
          </a:p>
          <a:p/>
          <a:p>
            <a:r>
              <a:t>If you love me, you will keep my commandments.</a:t>
            </a:r>
          </a:p>
          <a:p/>
          <a:p>
            <a:r>
              <a:t>Sunday Lectionary: Year A</a:t>
            </a:r>
          </a:p>
          <a:p>
            <a:r>
              <a:t>Liturgical season: Eastertide</a:t>
            </a:r>
          </a:p>
          <a:p/>
          <a:p>
            <a:r>
              <a:t>Celebrant: runny</a:t>
            </a:r>
          </a:p>
          <a:p>
            <a:r>
              <a:t>Date: 2026-05-10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